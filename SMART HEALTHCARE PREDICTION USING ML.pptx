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15"/>
  </p:notesMasterIdLst>
  <p:handoutMasterIdLst>
    <p:handoutMasterId r:id="rId16"/>
  </p:handoutMasterIdLst>
  <p:sldIdLst>
    <p:sldId id="256" r:id="rId5"/>
    <p:sldId id="257" r:id="rId6"/>
    <p:sldId id="260" r:id="rId7"/>
    <p:sldId id="283" r:id="rId8"/>
    <p:sldId id="284" r:id="rId9"/>
    <p:sldId id="287" r:id="rId10"/>
    <p:sldId id="289" r:id="rId11"/>
    <p:sldId id="290" r:id="rId12"/>
    <p:sldId id="265" r:id="rId13"/>
    <p:sldId id="28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5090" autoAdjust="0"/>
  </p:normalViewPr>
  <p:slideViewPr>
    <p:cSldViewPr snapToGrid="0">
      <p:cViewPr varScale="1">
        <p:scale>
          <a:sx n="95" d="100"/>
          <a:sy n="95" d="100"/>
        </p:scale>
        <p:origin x="115"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0" d="100"/>
          <a:sy n="60" d="100"/>
        </p:scale>
        <p:origin x="2424" y="3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11/12/2025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EDBDA2-4480-4D82-8886-1B64A7ECBBAC}" type="datetimeFigureOut">
              <a:rPr lang="en-US" noProof="0" smtClean="0"/>
              <a:t>11/12/2025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DDBACE-0F8F-43FD-98F0-DEE13552DADA}" type="slidenum">
              <a:rPr lang="en-US" noProof="0" smtClean="0"/>
              <a:t>‹#›</a:t>
            </a:fld>
            <a:endParaRPr lang="en-US" noProof="0" dirty="0"/>
          </a:p>
        </p:txBody>
      </p:sp>
    </p:spTree>
    <p:extLst>
      <p:ext uri="{BB962C8B-B14F-4D97-AF65-F5344CB8AC3E}">
        <p14:creationId xmlns:p14="http://schemas.microsoft.com/office/powerpoint/2010/main" val="1455722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a:t>
            </a:fld>
            <a:endParaRPr lang="en-US" noProof="0" dirty="0"/>
          </a:p>
        </p:txBody>
      </p:sp>
    </p:spTree>
    <p:extLst>
      <p:ext uri="{BB962C8B-B14F-4D97-AF65-F5344CB8AC3E}">
        <p14:creationId xmlns:p14="http://schemas.microsoft.com/office/powerpoint/2010/main" val="31160317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2</a:t>
            </a:fld>
            <a:endParaRPr lang="en-US" noProof="0" dirty="0"/>
          </a:p>
        </p:txBody>
      </p:sp>
    </p:spTree>
    <p:extLst>
      <p:ext uri="{BB962C8B-B14F-4D97-AF65-F5344CB8AC3E}">
        <p14:creationId xmlns:p14="http://schemas.microsoft.com/office/powerpoint/2010/main" val="38567068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3</a:t>
            </a:fld>
            <a:endParaRPr lang="en-US" noProof="0" dirty="0"/>
          </a:p>
        </p:txBody>
      </p:sp>
    </p:spTree>
    <p:extLst>
      <p:ext uri="{BB962C8B-B14F-4D97-AF65-F5344CB8AC3E}">
        <p14:creationId xmlns:p14="http://schemas.microsoft.com/office/powerpoint/2010/main" val="11406476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9</a:t>
            </a:fld>
            <a:endParaRPr lang="en-US" noProof="0" dirty="0"/>
          </a:p>
        </p:txBody>
      </p:sp>
    </p:spTree>
    <p:extLst>
      <p:ext uri="{BB962C8B-B14F-4D97-AF65-F5344CB8AC3E}">
        <p14:creationId xmlns:p14="http://schemas.microsoft.com/office/powerpoint/2010/main" val="33494183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FDDBACE-0F8F-43FD-98F0-DEE13552DADA}" type="slidenum">
              <a:rPr lang="en-US" smtClean="0"/>
              <a:t>10</a:t>
            </a:fld>
            <a:endParaRPr lang="en-US"/>
          </a:p>
        </p:txBody>
      </p:sp>
    </p:spTree>
    <p:extLst>
      <p:ext uri="{BB962C8B-B14F-4D97-AF65-F5344CB8AC3E}">
        <p14:creationId xmlns:p14="http://schemas.microsoft.com/office/powerpoint/2010/main" val="2067622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96DB5B0F-1BA3-4AE0-9821-FC62BA98D422}"/>
              </a:ext>
            </a:extLst>
          </p:cNvPr>
          <p:cNvSpPr>
            <a:spLocks noGrp="1"/>
          </p:cNvSpPr>
          <p:nvPr>
            <p:ph type="pic" sz="quarter" idx="10" hasCustomPrompt="1"/>
          </p:nvPr>
        </p:nvSpPr>
        <p:spPr>
          <a:xfrm>
            <a:off x="136525" y="136525"/>
            <a:ext cx="11909425" cy="6584950"/>
          </a:xfrm>
          <a:solidFill>
            <a:schemeClr val="accent4">
              <a:lumMod val="50000"/>
            </a:schemeClr>
          </a:solidFill>
        </p:spPr>
        <p:txBody>
          <a:bodyPr lIns="1080000" tIns="0" bIns="0" anchor="ctr"/>
          <a:lstStyle>
            <a:lvl1pPr marL="0" indent="0" algn="l">
              <a:buNone/>
              <a:defRPr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and Drop Photo </a:t>
            </a:r>
            <a:br>
              <a:rPr lang="en-US" noProof="0" dirty="0"/>
            </a:br>
            <a:r>
              <a:rPr lang="en-US" noProof="0" dirty="0"/>
              <a:t>then Send to Back for overlay effect</a:t>
            </a:r>
          </a:p>
        </p:txBody>
      </p:sp>
      <p:sp>
        <p:nvSpPr>
          <p:cNvPr id="24" name="Rectangle 23">
            <a:extLst>
              <a:ext uri="{FF2B5EF4-FFF2-40B4-BE49-F238E27FC236}">
                <a16:creationId xmlns:a16="http://schemas.microsoft.com/office/drawing/2014/main" id="{4EDCBE8D-BCDE-43F2-9C37-386C3705A5C2}"/>
              </a:ext>
            </a:extLst>
          </p:cNvPr>
          <p:cNvSpPr/>
          <p:nvPr userDrawn="1"/>
        </p:nvSpPr>
        <p:spPr>
          <a:xfrm>
            <a:off x="5277678" y="136800"/>
            <a:ext cx="5676382" cy="6584675"/>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8AC2952E-380C-48F5-9C93-B1EB0713EF3E}"/>
              </a:ext>
            </a:extLst>
          </p:cNvPr>
          <p:cNvSpPr/>
          <p:nvPr userDrawn="1"/>
        </p:nvSpPr>
        <p:spPr>
          <a:xfrm rot="5400000">
            <a:off x="-3360737" y="3360737"/>
            <a:ext cx="6858000" cy="1365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id="{C783424E-B9B3-4D58-988A-26DEDF734F4E}"/>
              </a:ext>
            </a:extLst>
          </p:cNvPr>
          <p:cNvSpPr/>
          <p:nvPr userDrawn="1"/>
        </p:nvSpPr>
        <p:spPr>
          <a:xfrm>
            <a:off x="0" y="0"/>
            <a:ext cx="10954058" cy="1365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7332BBED-D126-4DCA-9557-B488A96E405F}"/>
              </a:ext>
            </a:extLst>
          </p:cNvPr>
          <p:cNvSpPr/>
          <p:nvPr userDrawn="1"/>
        </p:nvSpPr>
        <p:spPr>
          <a:xfrm>
            <a:off x="0" y="6721475"/>
            <a:ext cx="10954058" cy="1365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5573044" y="3674372"/>
            <a:ext cx="5085650" cy="1870007"/>
          </a:xfrm>
        </p:spPr>
        <p:txBody>
          <a:bodyPr anchor="b"/>
          <a:lstStyle>
            <a:lvl1pPr algn="r">
              <a:defRPr sz="4500">
                <a:solidFill>
                  <a:schemeClr val="bg1"/>
                </a:solidFill>
              </a:defRPr>
            </a:lvl1pPr>
          </a:lstStyle>
          <a:p>
            <a:r>
              <a:rPr lang="en-US" noProof="0"/>
              <a:t>Click to edit your 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5573044" y="5711550"/>
            <a:ext cx="5085650" cy="691666"/>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Tree>
    <p:extLst>
      <p:ext uri="{BB962C8B-B14F-4D97-AF65-F5344CB8AC3E}">
        <p14:creationId xmlns:p14="http://schemas.microsoft.com/office/powerpoint/2010/main" val="1334038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Image 2">
    <p:bg>
      <p:bgPr>
        <a:solidFill>
          <a:schemeClr val="accent4"/>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EC9DDC4F-A427-4A89-A8C8-29E5B3636915}"/>
              </a:ext>
            </a:extLst>
          </p:cNvPr>
          <p:cNvGrpSpPr/>
          <p:nvPr userDrawn="1"/>
        </p:nvGrpSpPr>
        <p:grpSpPr>
          <a:xfrm>
            <a:off x="5277678" y="0"/>
            <a:ext cx="5676382" cy="6858000"/>
            <a:chOff x="0" y="0"/>
            <a:chExt cx="12192000" cy="6858000"/>
          </a:xfrm>
          <a:solidFill>
            <a:schemeClr val="accent1"/>
          </a:solidFill>
        </p:grpSpPr>
        <p:sp>
          <p:nvSpPr>
            <p:cNvPr id="16" name="Rectangle 15">
              <a:extLst>
                <a:ext uri="{FF2B5EF4-FFF2-40B4-BE49-F238E27FC236}">
                  <a16:creationId xmlns:a16="http://schemas.microsoft.com/office/drawing/2014/main" id="{2116DDCD-23BC-4768-B673-35E1C415BFCE}"/>
                </a:ext>
              </a:extLst>
            </p:cNvPr>
            <p:cNvSpPr/>
            <p:nvPr userDrawn="1"/>
          </p:nvSpPr>
          <p:spPr>
            <a:xfrm>
              <a:off x="0" y="0"/>
              <a:ext cx="12192000" cy="136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ectangle 17">
              <a:extLst>
                <a:ext uri="{FF2B5EF4-FFF2-40B4-BE49-F238E27FC236}">
                  <a16:creationId xmlns:a16="http://schemas.microsoft.com/office/drawing/2014/main" id="{290EB2DE-F6E9-449A-BC72-D4F6DBBB6343}"/>
                </a:ext>
              </a:extLst>
            </p:cNvPr>
            <p:cNvSpPr/>
            <p:nvPr userDrawn="1"/>
          </p:nvSpPr>
          <p:spPr>
            <a:xfrm>
              <a:off x="0" y="6721475"/>
              <a:ext cx="12192000" cy="136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Picture Placeholder 22">
            <a:extLst>
              <a:ext uri="{FF2B5EF4-FFF2-40B4-BE49-F238E27FC236}">
                <a16:creationId xmlns:a16="http://schemas.microsoft.com/office/drawing/2014/main" id="{96DB5B0F-1BA3-4AE0-9821-FC62BA98D422}"/>
              </a:ext>
            </a:extLst>
          </p:cNvPr>
          <p:cNvSpPr>
            <a:spLocks noGrp="1"/>
          </p:cNvSpPr>
          <p:nvPr>
            <p:ph type="pic" sz="quarter" idx="10" hasCustomPrompt="1"/>
          </p:nvPr>
        </p:nvSpPr>
        <p:spPr>
          <a:xfrm>
            <a:off x="136525" y="136525"/>
            <a:ext cx="10817535" cy="6584950"/>
          </a:xfrm>
        </p:spPr>
        <p:txBody>
          <a:bodyPr lIns="1080000" tIns="0" rIns="0" bIns="0" anchor="ctr"/>
          <a:lstStyle>
            <a:lvl1pPr marL="0" indent="0" algn="l">
              <a:buNone/>
              <a:defRPr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and Drop Photo </a:t>
            </a:r>
            <a:br>
              <a:rPr lang="en-US" noProof="0" dirty="0"/>
            </a:br>
            <a:r>
              <a:rPr lang="en-US" noProof="0" dirty="0"/>
              <a:t>then Send to Back for overlay effect</a:t>
            </a:r>
          </a:p>
        </p:txBody>
      </p:sp>
      <p:sp>
        <p:nvSpPr>
          <p:cNvPr id="11" name="Rectangle 10">
            <a:extLst>
              <a:ext uri="{FF2B5EF4-FFF2-40B4-BE49-F238E27FC236}">
                <a16:creationId xmlns:a16="http://schemas.microsoft.com/office/drawing/2014/main" id="{3E534836-D52B-45E3-A123-FB9FFE3E0AE5}"/>
              </a:ext>
            </a:extLst>
          </p:cNvPr>
          <p:cNvSpPr/>
          <p:nvPr userDrawn="1"/>
        </p:nvSpPr>
        <p:spPr>
          <a:xfrm rot="5400000">
            <a:off x="4823394" y="590809"/>
            <a:ext cx="6584950" cy="5676382"/>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Footer Placeholder 5">
            <a:extLst>
              <a:ext uri="{FF2B5EF4-FFF2-40B4-BE49-F238E27FC236}">
                <a16:creationId xmlns:a16="http://schemas.microsoft.com/office/drawing/2014/main" id="{8183FF27-EC9A-4B3B-8FC8-8C0B22BAF41E}"/>
              </a:ext>
            </a:extLst>
          </p:cNvPr>
          <p:cNvSpPr>
            <a:spLocks noGrp="1"/>
          </p:cNvSpPr>
          <p:nvPr>
            <p:ph type="ftr" sz="quarter" idx="11"/>
          </p:nvPr>
        </p:nvSpPr>
        <p:spPr/>
        <p:txBody>
          <a:bodyPr/>
          <a:lstStyle/>
          <a:p>
            <a:r>
              <a:rPr lang="en-US" noProof="0" dirty="0"/>
              <a:t>Add a footer</a:t>
            </a:r>
          </a:p>
        </p:txBody>
      </p:sp>
      <p:sp>
        <p:nvSpPr>
          <p:cNvPr id="7" name="Slide Number Placeholder 6">
            <a:extLst>
              <a:ext uri="{FF2B5EF4-FFF2-40B4-BE49-F238E27FC236}">
                <a16:creationId xmlns:a16="http://schemas.microsoft.com/office/drawing/2014/main" id="{66BEA673-E77B-454E-A2E7-937820AAEFF4}"/>
              </a:ext>
            </a:extLst>
          </p:cNvPr>
          <p:cNvSpPr>
            <a:spLocks noGrp="1"/>
          </p:cNvSpPr>
          <p:nvPr>
            <p:ph type="sldNum" sz="quarter" idx="12"/>
          </p:nvPr>
        </p:nvSpPr>
        <p:spPr/>
        <p:txBody>
          <a:bodyPr/>
          <a:lstStyle/>
          <a:p>
            <a:r>
              <a:rPr lang="en-US" noProof="0" dirty="0"/>
              <a:t>page </a:t>
            </a:r>
            <a:fld id="{19B51A1E-902D-48AF-9020-955120F399B6}" type="slidenum">
              <a:rPr lang="en-US" b="1" i="1" noProof="0" smtClean="0"/>
              <a:pPr/>
              <a:t>‹#›</a:t>
            </a:fld>
            <a:endParaRPr lang="en-US" b="1" i="1" noProof="0"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5573044" y="3674372"/>
            <a:ext cx="5085650" cy="1870007"/>
          </a:xfrm>
        </p:spPr>
        <p:txBody>
          <a:bodyPr anchor="b"/>
          <a:lstStyle>
            <a:lvl1pPr algn="r">
              <a:defRPr sz="4500">
                <a:solidFill>
                  <a:schemeClr val="bg1"/>
                </a:solidFill>
              </a:defRPr>
            </a:lvl1pPr>
          </a:lstStyle>
          <a:p>
            <a:r>
              <a:rPr lang="en-US" noProof="0"/>
              <a:t>Click to edit your 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5573044" y="5711550"/>
            <a:ext cx="5085650" cy="691666"/>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Tree>
    <p:extLst>
      <p:ext uri="{BB962C8B-B14F-4D97-AF65-F5344CB8AC3E}">
        <p14:creationId xmlns:p14="http://schemas.microsoft.com/office/powerpoint/2010/main" val="2451970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with Imag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96DB5B0F-1BA3-4AE0-9821-FC62BA98D422}"/>
              </a:ext>
            </a:extLst>
          </p:cNvPr>
          <p:cNvSpPr>
            <a:spLocks noGrp="1"/>
          </p:cNvSpPr>
          <p:nvPr>
            <p:ph type="pic" sz="quarter" idx="10" hasCustomPrompt="1"/>
          </p:nvPr>
        </p:nvSpPr>
        <p:spPr>
          <a:xfrm>
            <a:off x="136525" y="136525"/>
            <a:ext cx="10817535" cy="6584950"/>
          </a:xfrm>
        </p:spPr>
        <p:txBody>
          <a:bodyPr lIns="1080000" tIns="0" rIns="0" bIns="0" anchor="ctr"/>
          <a:lstStyle>
            <a:lvl1pPr marL="0" indent="0" algn="l">
              <a:buNone/>
              <a:defRPr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and Drop Photo </a:t>
            </a:r>
            <a:br>
              <a:rPr lang="en-US" noProof="0" dirty="0"/>
            </a:br>
            <a:r>
              <a:rPr lang="en-US" noProof="0" dirty="0"/>
              <a:t>then Send to Back for overlay effect</a:t>
            </a:r>
          </a:p>
        </p:txBody>
      </p:sp>
      <p:sp>
        <p:nvSpPr>
          <p:cNvPr id="11" name="Rectangle 10">
            <a:extLst>
              <a:ext uri="{FF2B5EF4-FFF2-40B4-BE49-F238E27FC236}">
                <a16:creationId xmlns:a16="http://schemas.microsoft.com/office/drawing/2014/main" id="{3E534836-D52B-45E3-A123-FB9FFE3E0AE5}"/>
              </a:ext>
            </a:extLst>
          </p:cNvPr>
          <p:cNvSpPr/>
          <p:nvPr userDrawn="1"/>
        </p:nvSpPr>
        <p:spPr>
          <a:xfrm rot="5400000">
            <a:off x="4823394" y="590809"/>
            <a:ext cx="6584950" cy="5676382"/>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5573044" y="3674372"/>
            <a:ext cx="5085650" cy="1870007"/>
          </a:xfrm>
        </p:spPr>
        <p:txBody>
          <a:bodyPr anchor="b"/>
          <a:lstStyle>
            <a:lvl1pPr algn="r">
              <a:defRPr sz="4500">
                <a:solidFill>
                  <a:schemeClr val="bg1"/>
                </a:solidFill>
              </a:defRPr>
            </a:lvl1pPr>
          </a:lstStyle>
          <a:p>
            <a:r>
              <a:rPr lang="en-US" noProof="0"/>
              <a:t>Divider Slide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5573044" y="5711550"/>
            <a:ext cx="5085650" cy="691666"/>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7" name="Slide Number Placeholder 6">
            <a:extLst>
              <a:ext uri="{FF2B5EF4-FFF2-40B4-BE49-F238E27FC236}">
                <a16:creationId xmlns:a16="http://schemas.microsoft.com/office/drawing/2014/main" id="{D344EF2B-4C23-4FC2-B680-617BC7D82A7E}"/>
              </a:ext>
            </a:extLst>
          </p:cNvPr>
          <p:cNvSpPr>
            <a:spLocks noGrp="1"/>
          </p:cNvSpPr>
          <p:nvPr>
            <p:ph type="sldNum" sz="quarter" idx="12"/>
          </p:nvPr>
        </p:nvSpPr>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28606369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arge Intro Copy">
    <p:bg>
      <p:bgPr>
        <a:solidFill>
          <a:schemeClr val="bg1">
            <a:lumMod val="95000"/>
          </a:schemeClr>
        </a:solidFill>
        <a:effectLst/>
      </p:bgPr>
    </p:bg>
    <p:spTree>
      <p:nvGrpSpPr>
        <p:cNvPr id="1" name=""/>
        <p:cNvGrpSpPr/>
        <p:nvPr/>
      </p:nvGrpSpPr>
      <p:grpSpPr>
        <a:xfrm>
          <a:off x="0" y="0"/>
          <a:ext cx="0" cy="0"/>
          <a:chOff x="0" y="0"/>
          <a:chExt cx="0" cy="0"/>
        </a:xfrm>
      </p:grpSpPr>
      <p:sp>
        <p:nvSpPr>
          <p:cNvPr id="10" name="Picture Placeholder 22">
            <a:extLst>
              <a:ext uri="{FF2B5EF4-FFF2-40B4-BE49-F238E27FC236}">
                <a16:creationId xmlns:a16="http://schemas.microsoft.com/office/drawing/2014/main" id="{785590BE-5BE1-4AF5-B0F8-7D999658F3F8}"/>
              </a:ext>
            </a:extLst>
          </p:cNvPr>
          <p:cNvSpPr>
            <a:spLocks noGrp="1"/>
          </p:cNvSpPr>
          <p:nvPr>
            <p:ph type="pic" sz="quarter" idx="10" hasCustomPrompt="1"/>
          </p:nvPr>
        </p:nvSpPr>
        <p:spPr>
          <a:xfrm>
            <a:off x="5277678" y="136525"/>
            <a:ext cx="5676382" cy="6584950"/>
          </a:xfrm>
          <a:solidFill>
            <a:schemeClr val="accent4">
              <a:lumMod val="50000"/>
            </a:schemeClr>
          </a:solidFill>
        </p:spPr>
        <p:txBody>
          <a:bodyPr lIns="0" tIns="1512000" rIns="0" bIns="0" anchor="t"/>
          <a:lstStyle>
            <a:lvl1pPr marL="0" indent="0" algn="ctr">
              <a:buNone/>
              <a:defRPr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and Drop Photo </a:t>
            </a:r>
            <a:br>
              <a:rPr lang="en-US" noProof="0" dirty="0"/>
            </a:br>
            <a:r>
              <a:rPr lang="en-US" noProof="0" dirty="0"/>
              <a:t>then Send to Back for overlay effect</a:t>
            </a:r>
          </a:p>
        </p:txBody>
      </p:sp>
      <p:sp>
        <p:nvSpPr>
          <p:cNvPr id="11" name="Rectangle 10">
            <a:extLst>
              <a:ext uri="{FF2B5EF4-FFF2-40B4-BE49-F238E27FC236}">
                <a16:creationId xmlns:a16="http://schemas.microsoft.com/office/drawing/2014/main" id="{3E534836-D52B-45E3-A123-FB9FFE3E0AE5}"/>
              </a:ext>
            </a:extLst>
          </p:cNvPr>
          <p:cNvSpPr/>
          <p:nvPr userDrawn="1"/>
        </p:nvSpPr>
        <p:spPr>
          <a:xfrm rot="5400000">
            <a:off x="4823394" y="590809"/>
            <a:ext cx="6584950" cy="5676382"/>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Slide Number Placeholder 6">
            <a:extLst>
              <a:ext uri="{FF2B5EF4-FFF2-40B4-BE49-F238E27FC236}">
                <a16:creationId xmlns:a16="http://schemas.microsoft.com/office/drawing/2014/main" id="{D344EF2B-4C23-4FC2-B680-617BC7D82A7E}"/>
              </a:ext>
            </a:extLst>
          </p:cNvPr>
          <p:cNvSpPr>
            <a:spLocks noGrp="1"/>
          </p:cNvSpPr>
          <p:nvPr>
            <p:ph type="sldNum" sz="quarter" idx="12"/>
          </p:nvPr>
        </p:nvSpPr>
        <p:spPr/>
        <p:txBody>
          <a:bodyPr/>
          <a:lstStyle/>
          <a:p>
            <a:r>
              <a:rPr lang="en-US" noProof="0" dirty="0"/>
              <a:t>page </a:t>
            </a:r>
            <a:fld id="{19B51A1E-902D-48AF-9020-955120F399B6}" type="slidenum">
              <a:rPr lang="en-US" b="1" i="1" noProof="0" smtClean="0"/>
              <a:pPr/>
              <a:t>‹#›</a:t>
            </a:fld>
            <a:endParaRPr lang="en-US" b="1" i="1" noProof="0" dirty="0"/>
          </a:p>
        </p:txBody>
      </p:sp>
      <p:sp>
        <p:nvSpPr>
          <p:cNvPr id="12" name="Content Placeholder 2">
            <a:extLst>
              <a:ext uri="{FF2B5EF4-FFF2-40B4-BE49-F238E27FC236}">
                <a16:creationId xmlns:a16="http://schemas.microsoft.com/office/drawing/2014/main" id="{70C5F94B-D0C9-41CA-8885-CBEA4C917545}"/>
              </a:ext>
            </a:extLst>
          </p:cNvPr>
          <p:cNvSpPr>
            <a:spLocks noGrp="1"/>
          </p:cNvSpPr>
          <p:nvPr>
            <p:ph idx="13" hasCustomPrompt="1"/>
          </p:nvPr>
        </p:nvSpPr>
        <p:spPr>
          <a:xfrm>
            <a:off x="432001" y="3674372"/>
            <a:ext cx="4444800" cy="2728844"/>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8" name="Group 7">
            <a:extLst>
              <a:ext uri="{FF2B5EF4-FFF2-40B4-BE49-F238E27FC236}">
                <a16:creationId xmlns:a16="http://schemas.microsoft.com/office/drawing/2014/main" id="{83D56AE9-6D9F-474C-A5AA-1064B66023B2}"/>
              </a:ext>
            </a:extLst>
          </p:cNvPr>
          <p:cNvGrpSpPr/>
          <p:nvPr userDrawn="1"/>
        </p:nvGrpSpPr>
        <p:grpSpPr>
          <a:xfrm>
            <a:off x="5277678" y="0"/>
            <a:ext cx="5676381" cy="6858000"/>
            <a:chOff x="0" y="0"/>
            <a:chExt cx="12192000" cy="6858000"/>
          </a:xfrm>
          <a:solidFill>
            <a:schemeClr val="accent1"/>
          </a:solidFill>
        </p:grpSpPr>
        <p:sp>
          <p:nvSpPr>
            <p:cNvPr id="9" name="Rectangle 8">
              <a:extLst>
                <a:ext uri="{FF2B5EF4-FFF2-40B4-BE49-F238E27FC236}">
                  <a16:creationId xmlns:a16="http://schemas.microsoft.com/office/drawing/2014/main" id="{25FC2C23-C626-4C00-83A4-E40C9C7E8F5A}"/>
                </a:ext>
              </a:extLst>
            </p:cNvPr>
            <p:cNvSpPr/>
            <p:nvPr userDrawn="1"/>
          </p:nvSpPr>
          <p:spPr>
            <a:xfrm>
              <a:off x="0" y="0"/>
              <a:ext cx="12192000" cy="136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id="{06E2D5A7-6879-488F-81C7-1B8BA84D430F}"/>
                </a:ext>
              </a:extLst>
            </p:cNvPr>
            <p:cNvSpPr/>
            <p:nvPr userDrawn="1"/>
          </p:nvSpPr>
          <p:spPr>
            <a:xfrm>
              <a:off x="0" y="6721475"/>
              <a:ext cx="12192000" cy="136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5573044" y="3674373"/>
            <a:ext cx="5085650" cy="720000"/>
          </a:xfrm>
        </p:spPr>
        <p:txBody>
          <a:bodyPr anchor="b"/>
          <a:lstStyle>
            <a:lvl1pPr algn="r">
              <a:defRPr sz="4500">
                <a:solidFill>
                  <a:schemeClr val="bg1"/>
                </a:solidFill>
              </a:defRPr>
            </a:lvl1pPr>
          </a:lstStyle>
          <a:p>
            <a:r>
              <a:rPr lang="en-US" noProof="0"/>
              <a:t>Divider Slide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5573044" y="4608000"/>
            <a:ext cx="5085650" cy="1800000"/>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Tree>
    <p:extLst>
      <p:ext uri="{BB962C8B-B14F-4D97-AF65-F5344CB8AC3E}">
        <p14:creationId xmlns:p14="http://schemas.microsoft.com/office/powerpoint/2010/main" val="35185594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a:xfrm>
            <a:off x="432000" y="432000"/>
            <a:ext cx="10143235" cy="432000"/>
          </a:xfrm>
        </p:spPr>
        <p:txBody>
          <a:bodyPr/>
          <a:lstStyle>
            <a:lvl1pPr>
              <a:defRPr>
                <a:solidFill>
                  <a:schemeClr val="tx1">
                    <a:lumMod val="75000"/>
                    <a:lumOff val="25000"/>
                  </a:schemeClr>
                </a:solidFill>
              </a:defRPr>
            </a:lvl1pPr>
          </a:lstStyle>
          <a:p>
            <a:r>
              <a:rPr lang="en-US" noProof="0"/>
              <a:t>Click to edit Master title style</a:t>
            </a:r>
          </a:p>
        </p:txBody>
      </p:sp>
      <p:sp>
        <p:nvSpPr>
          <p:cNvPr id="5" name="Text Placeholder 4">
            <a:extLst>
              <a:ext uri="{FF2B5EF4-FFF2-40B4-BE49-F238E27FC236}">
                <a16:creationId xmlns:a16="http://schemas.microsoft.com/office/drawing/2014/main" id="{D52B871F-F800-4B02-8408-FF5D438CFEC4}"/>
              </a:ext>
            </a:extLst>
          </p:cNvPr>
          <p:cNvSpPr>
            <a:spLocks noGrp="1"/>
          </p:cNvSpPr>
          <p:nvPr>
            <p:ph type="body" sz="quarter" idx="13" hasCustomPrompt="1"/>
          </p:nvPr>
        </p:nvSpPr>
        <p:spPr>
          <a:xfrm>
            <a:off x="431800" y="1008000"/>
            <a:ext cx="10144125"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4" name="Rectangle 3">
            <a:extLst>
              <a:ext uri="{FF2B5EF4-FFF2-40B4-BE49-F238E27FC236}">
                <a16:creationId xmlns:a16="http://schemas.microsoft.com/office/drawing/2014/main" id="{9CA47B37-80B0-5A4F-BDC3-DE42D5B2D34F}"/>
              </a:ext>
            </a:extLst>
          </p:cNvPr>
          <p:cNvSpPr/>
          <p:nvPr userDrawn="1"/>
        </p:nvSpPr>
        <p:spPr>
          <a:xfrm>
            <a:off x="634213" y="2412312"/>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Picture Placeholder 15">
            <a:extLst>
              <a:ext uri="{FF2B5EF4-FFF2-40B4-BE49-F238E27FC236}">
                <a16:creationId xmlns:a16="http://schemas.microsoft.com/office/drawing/2014/main" id="{9BEFB849-10AA-4702-9225-F101A3158C66}"/>
              </a:ext>
            </a:extLst>
          </p:cNvPr>
          <p:cNvSpPr>
            <a:spLocks noGrp="1"/>
          </p:cNvSpPr>
          <p:nvPr>
            <p:ph type="pic" sz="quarter" idx="41" hasCustomPrompt="1"/>
          </p:nvPr>
        </p:nvSpPr>
        <p:spPr>
          <a:xfrm>
            <a:off x="931393" y="270949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6" name="Text Placeholder 8">
            <a:extLst>
              <a:ext uri="{FF2B5EF4-FFF2-40B4-BE49-F238E27FC236}">
                <a16:creationId xmlns:a16="http://schemas.microsoft.com/office/drawing/2014/main" id="{F1427EE8-A6A1-4664-99FB-B4F84FEE6037}"/>
              </a:ext>
            </a:extLst>
          </p:cNvPr>
          <p:cNvSpPr>
            <a:spLocks noGrp="1"/>
          </p:cNvSpPr>
          <p:nvPr>
            <p:ph type="body" sz="quarter" idx="17" hasCustomPrompt="1"/>
          </p:nvPr>
        </p:nvSpPr>
        <p:spPr>
          <a:xfrm>
            <a:off x="431800" y="3971432"/>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8" name="Text Placeholder 10">
            <a:extLst>
              <a:ext uri="{FF2B5EF4-FFF2-40B4-BE49-F238E27FC236}">
                <a16:creationId xmlns:a16="http://schemas.microsoft.com/office/drawing/2014/main" id="{A9EE837D-7E70-4B33-89AA-1B0A10FAEEFD}"/>
              </a:ext>
            </a:extLst>
          </p:cNvPr>
          <p:cNvSpPr>
            <a:spLocks noGrp="1"/>
          </p:cNvSpPr>
          <p:nvPr>
            <p:ph type="body" sz="quarter" idx="18" hasCustomPrompt="1"/>
          </p:nvPr>
        </p:nvSpPr>
        <p:spPr>
          <a:xfrm>
            <a:off x="431800" y="4471987"/>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3" name="Rectangle 22">
            <a:extLst>
              <a:ext uri="{FF2B5EF4-FFF2-40B4-BE49-F238E27FC236}">
                <a16:creationId xmlns:a16="http://schemas.microsoft.com/office/drawing/2014/main" id="{1A6AC2DF-47CD-A743-A120-FBE75B801CF3}"/>
              </a:ext>
            </a:extLst>
          </p:cNvPr>
          <p:cNvSpPr/>
          <p:nvPr userDrawn="1"/>
        </p:nvSpPr>
        <p:spPr>
          <a:xfrm>
            <a:off x="2765072" y="2412312"/>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Picture Placeholder 15">
            <a:extLst>
              <a:ext uri="{FF2B5EF4-FFF2-40B4-BE49-F238E27FC236}">
                <a16:creationId xmlns:a16="http://schemas.microsoft.com/office/drawing/2014/main" id="{950FDCA0-F98B-4045-84D2-96B0C07C3261}"/>
              </a:ext>
            </a:extLst>
          </p:cNvPr>
          <p:cNvSpPr>
            <a:spLocks noGrp="1"/>
          </p:cNvSpPr>
          <p:nvPr>
            <p:ph type="pic" sz="quarter" idx="47" hasCustomPrompt="1"/>
          </p:nvPr>
        </p:nvSpPr>
        <p:spPr>
          <a:xfrm>
            <a:off x="3062252" y="270949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9" name="Text Placeholder 8">
            <a:extLst>
              <a:ext uri="{FF2B5EF4-FFF2-40B4-BE49-F238E27FC236}">
                <a16:creationId xmlns:a16="http://schemas.microsoft.com/office/drawing/2014/main" id="{FAC72777-DABE-4857-9555-EC68421F02A3}"/>
              </a:ext>
            </a:extLst>
          </p:cNvPr>
          <p:cNvSpPr>
            <a:spLocks noGrp="1"/>
          </p:cNvSpPr>
          <p:nvPr>
            <p:ph type="body" sz="quarter" idx="33" hasCustomPrompt="1"/>
          </p:nvPr>
        </p:nvSpPr>
        <p:spPr>
          <a:xfrm>
            <a:off x="2562659" y="3971432"/>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0" name="Text Placeholder 10">
            <a:extLst>
              <a:ext uri="{FF2B5EF4-FFF2-40B4-BE49-F238E27FC236}">
                <a16:creationId xmlns:a16="http://schemas.microsoft.com/office/drawing/2014/main" id="{F5D4A1CD-8452-4E28-8B2B-1A89277B89BF}"/>
              </a:ext>
            </a:extLst>
          </p:cNvPr>
          <p:cNvSpPr>
            <a:spLocks noGrp="1"/>
          </p:cNvSpPr>
          <p:nvPr>
            <p:ph type="body" sz="quarter" idx="34" hasCustomPrompt="1"/>
          </p:nvPr>
        </p:nvSpPr>
        <p:spPr>
          <a:xfrm>
            <a:off x="2562659" y="4471987"/>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4" name="Rectangle 23">
            <a:extLst>
              <a:ext uri="{FF2B5EF4-FFF2-40B4-BE49-F238E27FC236}">
                <a16:creationId xmlns:a16="http://schemas.microsoft.com/office/drawing/2014/main" id="{17E0F6BC-FBF2-3048-B833-61609739028C}"/>
              </a:ext>
            </a:extLst>
          </p:cNvPr>
          <p:cNvSpPr/>
          <p:nvPr userDrawn="1"/>
        </p:nvSpPr>
        <p:spPr>
          <a:xfrm>
            <a:off x="4895931" y="2412312"/>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Picture Placeholder 15">
            <a:extLst>
              <a:ext uri="{FF2B5EF4-FFF2-40B4-BE49-F238E27FC236}">
                <a16:creationId xmlns:a16="http://schemas.microsoft.com/office/drawing/2014/main" id="{6C44DD27-06F8-5E4B-A3C6-697621E92BE8}"/>
              </a:ext>
            </a:extLst>
          </p:cNvPr>
          <p:cNvSpPr>
            <a:spLocks noGrp="1"/>
          </p:cNvSpPr>
          <p:nvPr>
            <p:ph type="pic" sz="quarter" idx="48" hasCustomPrompt="1"/>
          </p:nvPr>
        </p:nvSpPr>
        <p:spPr>
          <a:xfrm>
            <a:off x="5193111" y="270949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11" name="Text Placeholder 8">
            <a:extLst>
              <a:ext uri="{FF2B5EF4-FFF2-40B4-BE49-F238E27FC236}">
                <a16:creationId xmlns:a16="http://schemas.microsoft.com/office/drawing/2014/main" id="{86592013-2150-45F9-9877-1E4E3C1AFC32}"/>
              </a:ext>
            </a:extLst>
          </p:cNvPr>
          <p:cNvSpPr>
            <a:spLocks noGrp="1"/>
          </p:cNvSpPr>
          <p:nvPr>
            <p:ph type="body" sz="quarter" idx="35" hasCustomPrompt="1"/>
          </p:nvPr>
        </p:nvSpPr>
        <p:spPr>
          <a:xfrm>
            <a:off x="4693518" y="3971432"/>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2" name="Text Placeholder 10">
            <a:extLst>
              <a:ext uri="{FF2B5EF4-FFF2-40B4-BE49-F238E27FC236}">
                <a16:creationId xmlns:a16="http://schemas.microsoft.com/office/drawing/2014/main" id="{3A7F7E8E-86F4-45B9-8D2D-E2C1A4FF3612}"/>
              </a:ext>
            </a:extLst>
          </p:cNvPr>
          <p:cNvSpPr>
            <a:spLocks noGrp="1"/>
          </p:cNvSpPr>
          <p:nvPr>
            <p:ph type="body" sz="quarter" idx="36" hasCustomPrompt="1"/>
          </p:nvPr>
        </p:nvSpPr>
        <p:spPr>
          <a:xfrm>
            <a:off x="4693518" y="4471987"/>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5" name="Rectangle 24">
            <a:extLst>
              <a:ext uri="{FF2B5EF4-FFF2-40B4-BE49-F238E27FC236}">
                <a16:creationId xmlns:a16="http://schemas.microsoft.com/office/drawing/2014/main" id="{D0B0310F-833E-864C-9FB7-B2B2A6714808}"/>
              </a:ext>
            </a:extLst>
          </p:cNvPr>
          <p:cNvSpPr/>
          <p:nvPr userDrawn="1"/>
        </p:nvSpPr>
        <p:spPr>
          <a:xfrm>
            <a:off x="7026790" y="2412312"/>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Picture Placeholder 15">
            <a:extLst>
              <a:ext uri="{FF2B5EF4-FFF2-40B4-BE49-F238E27FC236}">
                <a16:creationId xmlns:a16="http://schemas.microsoft.com/office/drawing/2014/main" id="{B5386843-2347-C744-B933-1DD36A7C8E7D}"/>
              </a:ext>
            </a:extLst>
          </p:cNvPr>
          <p:cNvSpPr>
            <a:spLocks noGrp="1"/>
          </p:cNvSpPr>
          <p:nvPr>
            <p:ph type="pic" sz="quarter" idx="49" hasCustomPrompt="1"/>
          </p:nvPr>
        </p:nvSpPr>
        <p:spPr>
          <a:xfrm>
            <a:off x="7323970" y="270949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13" name="Text Placeholder 8">
            <a:extLst>
              <a:ext uri="{FF2B5EF4-FFF2-40B4-BE49-F238E27FC236}">
                <a16:creationId xmlns:a16="http://schemas.microsoft.com/office/drawing/2014/main" id="{B788C19C-2FDB-4A6C-969F-32022D374E97}"/>
              </a:ext>
            </a:extLst>
          </p:cNvPr>
          <p:cNvSpPr>
            <a:spLocks noGrp="1"/>
          </p:cNvSpPr>
          <p:nvPr>
            <p:ph type="body" sz="quarter" idx="37" hasCustomPrompt="1"/>
          </p:nvPr>
        </p:nvSpPr>
        <p:spPr>
          <a:xfrm>
            <a:off x="6824377" y="3971432"/>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4" name="Text Placeholder 10">
            <a:extLst>
              <a:ext uri="{FF2B5EF4-FFF2-40B4-BE49-F238E27FC236}">
                <a16:creationId xmlns:a16="http://schemas.microsoft.com/office/drawing/2014/main" id="{CCD08E75-AE8E-4E97-AD27-167DA938152E}"/>
              </a:ext>
            </a:extLst>
          </p:cNvPr>
          <p:cNvSpPr>
            <a:spLocks noGrp="1"/>
          </p:cNvSpPr>
          <p:nvPr>
            <p:ph type="body" sz="quarter" idx="38" hasCustomPrompt="1"/>
          </p:nvPr>
        </p:nvSpPr>
        <p:spPr>
          <a:xfrm>
            <a:off x="6824377" y="4471987"/>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6" name="Rectangle 25">
            <a:extLst>
              <a:ext uri="{FF2B5EF4-FFF2-40B4-BE49-F238E27FC236}">
                <a16:creationId xmlns:a16="http://schemas.microsoft.com/office/drawing/2014/main" id="{F906D597-BA39-4C4D-833F-CC0EE989B51C}"/>
              </a:ext>
            </a:extLst>
          </p:cNvPr>
          <p:cNvSpPr/>
          <p:nvPr userDrawn="1"/>
        </p:nvSpPr>
        <p:spPr>
          <a:xfrm>
            <a:off x="9157648" y="2412312"/>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Picture Placeholder 15">
            <a:extLst>
              <a:ext uri="{FF2B5EF4-FFF2-40B4-BE49-F238E27FC236}">
                <a16:creationId xmlns:a16="http://schemas.microsoft.com/office/drawing/2014/main" id="{A768E49A-CED3-8F42-97CF-C7E360393704}"/>
              </a:ext>
            </a:extLst>
          </p:cNvPr>
          <p:cNvSpPr>
            <a:spLocks noGrp="1"/>
          </p:cNvSpPr>
          <p:nvPr>
            <p:ph type="pic" sz="quarter" idx="50" hasCustomPrompt="1"/>
          </p:nvPr>
        </p:nvSpPr>
        <p:spPr>
          <a:xfrm>
            <a:off x="9454828" y="270949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15" name="Text Placeholder 8">
            <a:extLst>
              <a:ext uri="{FF2B5EF4-FFF2-40B4-BE49-F238E27FC236}">
                <a16:creationId xmlns:a16="http://schemas.microsoft.com/office/drawing/2014/main" id="{3A12930B-8731-45E4-B3E3-DC1419155EC3}"/>
              </a:ext>
            </a:extLst>
          </p:cNvPr>
          <p:cNvSpPr>
            <a:spLocks noGrp="1"/>
          </p:cNvSpPr>
          <p:nvPr>
            <p:ph type="body" sz="quarter" idx="39" hasCustomPrompt="1"/>
          </p:nvPr>
        </p:nvSpPr>
        <p:spPr>
          <a:xfrm>
            <a:off x="8955235" y="3971432"/>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6" name="Text Placeholder 10">
            <a:extLst>
              <a:ext uri="{FF2B5EF4-FFF2-40B4-BE49-F238E27FC236}">
                <a16:creationId xmlns:a16="http://schemas.microsoft.com/office/drawing/2014/main" id="{5E102C08-A9A7-47C6-82C1-58FFBD85289D}"/>
              </a:ext>
            </a:extLst>
          </p:cNvPr>
          <p:cNvSpPr>
            <a:spLocks noGrp="1"/>
          </p:cNvSpPr>
          <p:nvPr>
            <p:ph type="body" sz="quarter" idx="40" hasCustomPrompt="1"/>
          </p:nvPr>
        </p:nvSpPr>
        <p:spPr>
          <a:xfrm>
            <a:off x="8955235" y="4471987"/>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22" name="Slide Number Placeholder 6">
            <a:extLst>
              <a:ext uri="{FF2B5EF4-FFF2-40B4-BE49-F238E27FC236}">
                <a16:creationId xmlns:a16="http://schemas.microsoft.com/office/drawing/2014/main" id="{40C2B055-E680-DE47-949A-41B3A5A9204A}"/>
              </a:ext>
            </a:extLst>
          </p:cNvPr>
          <p:cNvSpPr>
            <a:spLocks noGrp="1"/>
          </p:cNvSpPr>
          <p:nvPr>
            <p:ph type="sldNum" sz="quarter" idx="46"/>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3421750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 Bullets 3X">
    <p:bg>
      <p:bgPr>
        <a:solidFill>
          <a:schemeClr val="bg1">
            <a:lumMod val="95000"/>
          </a:schemeClr>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5E3B0AD5-3645-8443-891F-C0E1D9763D7A}"/>
              </a:ext>
            </a:extLst>
          </p:cNvPr>
          <p:cNvSpPr/>
          <p:nvPr userDrawn="1"/>
        </p:nvSpPr>
        <p:spPr>
          <a:xfrm>
            <a:off x="634213" y="2412312"/>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Picture Placeholder 15">
            <a:extLst>
              <a:ext uri="{FF2B5EF4-FFF2-40B4-BE49-F238E27FC236}">
                <a16:creationId xmlns:a16="http://schemas.microsoft.com/office/drawing/2014/main" id="{58E0D31A-DD56-EF4B-A0DC-8130892CA19D}"/>
              </a:ext>
            </a:extLst>
          </p:cNvPr>
          <p:cNvSpPr>
            <a:spLocks noGrp="1"/>
          </p:cNvSpPr>
          <p:nvPr>
            <p:ph type="pic" sz="quarter" idx="45" hasCustomPrompt="1"/>
          </p:nvPr>
        </p:nvSpPr>
        <p:spPr>
          <a:xfrm>
            <a:off x="931393" y="270949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16" name="Text Placeholder 8">
            <a:extLst>
              <a:ext uri="{FF2B5EF4-FFF2-40B4-BE49-F238E27FC236}">
                <a16:creationId xmlns:a16="http://schemas.microsoft.com/office/drawing/2014/main" id="{DB2281E6-0C7F-4B74-AABC-FC737C5B9605}"/>
              </a:ext>
            </a:extLst>
          </p:cNvPr>
          <p:cNvSpPr>
            <a:spLocks noGrp="1"/>
          </p:cNvSpPr>
          <p:nvPr>
            <p:ph type="body" sz="quarter" idx="17" hasCustomPrompt="1"/>
          </p:nvPr>
        </p:nvSpPr>
        <p:spPr>
          <a:xfrm>
            <a:off x="431800" y="3971432"/>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7" name="Text Placeholder 10">
            <a:extLst>
              <a:ext uri="{FF2B5EF4-FFF2-40B4-BE49-F238E27FC236}">
                <a16:creationId xmlns:a16="http://schemas.microsoft.com/office/drawing/2014/main" id="{0A536C56-F4CA-43D8-98A9-E597F5B81368}"/>
              </a:ext>
            </a:extLst>
          </p:cNvPr>
          <p:cNvSpPr>
            <a:spLocks noGrp="1"/>
          </p:cNvSpPr>
          <p:nvPr>
            <p:ph type="body" sz="quarter" idx="18" hasCustomPrompt="1"/>
          </p:nvPr>
        </p:nvSpPr>
        <p:spPr>
          <a:xfrm>
            <a:off x="431800" y="4471987"/>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2" name="Rectangle 31">
            <a:extLst>
              <a:ext uri="{FF2B5EF4-FFF2-40B4-BE49-F238E27FC236}">
                <a16:creationId xmlns:a16="http://schemas.microsoft.com/office/drawing/2014/main" id="{BE9B724A-B58C-CD4D-8980-C0DFE08B79B5}"/>
              </a:ext>
            </a:extLst>
          </p:cNvPr>
          <p:cNvSpPr/>
          <p:nvPr userDrawn="1"/>
        </p:nvSpPr>
        <p:spPr>
          <a:xfrm>
            <a:off x="2765072" y="2412312"/>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Picture Placeholder 15">
            <a:extLst>
              <a:ext uri="{FF2B5EF4-FFF2-40B4-BE49-F238E27FC236}">
                <a16:creationId xmlns:a16="http://schemas.microsoft.com/office/drawing/2014/main" id="{49A7B2CE-81BA-D944-BE88-232214C60554}"/>
              </a:ext>
            </a:extLst>
          </p:cNvPr>
          <p:cNvSpPr>
            <a:spLocks noGrp="1"/>
          </p:cNvSpPr>
          <p:nvPr>
            <p:ph type="pic" sz="quarter" idx="47" hasCustomPrompt="1"/>
          </p:nvPr>
        </p:nvSpPr>
        <p:spPr>
          <a:xfrm>
            <a:off x="3062252" y="270949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18" name="Text Placeholder 8">
            <a:extLst>
              <a:ext uri="{FF2B5EF4-FFF2-40B4-BE49-F238E27FC236}">
                <a16:creationId xmlns:a16="http://schemas.microsoft.com/office/drawing/2014/main" id="{CC4D12C2-93C1-4E0C-B8E5-7ABB260F3F80}"/>
              </a:ext>
            </a:extLst>
          </p:cNvPr>
          <p:cNvSpPr>
            <a:spLocks noGrp="1"/>
          </p:cNvSpPr>
          <p:nvPr>
            <p:ph type="body" sz="quarter" idx="33" hasCustomPrompt="1"/>
          </p:nvPr>
        </p:nvSpPr>
        <p:spPr>
          <a:xfrm>
            <a:off x="2562659" y="3971432"/>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9" name="Text Placeholder 10">
            <a:extLst>
              <a:ext uri="{FF2B5EF4-FFF2-40B4-BE49-F238E27FC236}">
                <a16:creationId xmlns:a16="http://schemas.microsoft.com/office/drawing/2014/main" id="{11327781-DAAF-4F83-B459-FCB50CCFE896}"/>
              </a:ext>
            </a:extLst>
          </p:cNvPr>
          <p:cNvSpPr>
            <a:spLocks noGrp="1"/>
          </p:cNvSpPr>
          <p:nvPr>
            <p:ph type="body" sz="quarter" idx="34" hasCustomPrompt="1"/>
          </p:nvPr>
        </p:nvSpPr>
        <p:spPr>
          <a:xfrm>
            <a:off x="2562659" y="4471987"/>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3" name="Rectangle 32">
            <a:extLst>
              <a:ext uri="{FF2B5EF4-FFF2-40B4-BE49-F238E27FC236}">
                <a16:creationId xmlns:a16="http://schemas.microsoft.com/office/drawing/2014/main" id="{28894D68-6E31-8646-BFD7-2C0D8C4CD961}"/>
              </a:ext>
            </a:extLst>
          </p:cNvPr>
          <p:cNvSpPr/>
          <p:nvPr userDrawn="1"/>
        </p:nvSpPr>
        <p:spPr>
          <a:xfrm>
            <a:off x="4895931" y="2412312"/>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Picture Placeholder 15">
            <a:extLst>
              <a:ext uri="{FF2B5EF4-FFF2-40B4-BE49-F238E27FC236}">
                <a16:creationId xmlns:a16="http://schemas.microsoft.com/office/drawing/2014/main" id="{7228B3AA-7CEF-C740-B9D8-656B168288C0}"/>
              </a:ext>
            </a:extLst>
          </p:cNvPr>
          <p:cNvSpPr>
            <a:spLocks noGrp="1"/>
          </p:cNvSpPr>
          <p:nvPr>
            <p:ph type="pic" sz="quarter" idx="48" hasCustomPrompt="1"/>
          </p:nvPr>
        </p:nvSpPr>
        <p:spPr>
          <a:xfrm>
            <a:off x="5193111" y="270949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20" name="Text Placeholder 8">
            <a:extLst>
              <a:ext uri="{FF2B5EF4-FFF2-40B4-BE49-F238E27FC236}">
                <a16:creationId xmlns:a16="http://schemas.microsoft.com/office/drawing/2014/main" id="{1BE88C8C-9E13-4109-9608-6DC4B7B0DF14}"/>
              </a:ext>
            </a:extLst>
          </p:cNvPr>
          <p:cNvSpPr>
            <a:spLocks noGrp="1"/>
          </p:cNvSpPr>
          <p:nvPr>
            <p:ph type="body" sz="quarter" idx="35" hasCustomPrompt="1"/>
          </p:nvPr>
        </p:nvSpPr>
        <p:spPr>
          <a:xfrm>
            <a:off x="4693518" y="3971432"/>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21" name="Text Placeholder 10">
            <a:extLst>
              <a:ext uri="{FF2B5EF4-FFF2-40B4-BE49-F238E27FC236}">
                <a16:creationId xmlns:a16="http://schemas.microsoft.com/office/drawing/2014/main" id="{903C64D8-B655-49E0-A776-8C6594DF12C9}"/>
              </a:ext>
            </a:extLst>
          </p:cNvPr>
          <p:cNvSpPr>
            <a:spLocks noGrp="1"/>
          </p:cNvSpPr>
          <p:nvPr>
            <p:ph type="body" sz="quarter" idx="36" hasCustomPrompt="1"/>
          </p:nvPr>
        </p:nvSpPr>
        <p:spPr>
          <a:xfrm>
            <a:off x="4693518" y="4471987"/>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10" name="Picture Placeholder 22">
            <a:extLst>
              <a:ext uri="{FF2B5EF4-FFF2-40B4-BE49-F238E27FC236}">
                <a16:creationId xmlns:a16="http://schemas.microsoft.com/office/drawing/2014/main" id="{785590BE-5BE1-4AF5-B0F8-7D999658F3F8}"/>
              </a:ext>
            </a:extLst>
          </p:cNvPr>
          <p:cNvSpPr>
            <a:spLocks noGrp="1"/>
          </p:cNvSpPr>
          <p:nvPr>
            <p:ph type="pic" sz="quarter" idx="10" hasCustomPrompt="1"/>
          </p:nvPr>
        </p:nvSpPr>
        <p:spPr>
          <a:xfrm>
            <a:off x="6641052" y="136525"/>
            <a:ext cx="4313008" cy="6584950"/>
          </a:xfrm>
          <a:solidFill>
            <a:schemeClr val="accent4">
              <a:lumMod val="50000"/>
            </a:schemeClr>
          </a:solidFill>
        </p:spPr>
        <p:txBody>
          <a:bodyPr lIns="0" tIns="1512000" rIns="0" bIns="0" anchor="t"/>
          <a:lstStyle>
            <a:lvl1pPr marL="0" indent="0" algn="ctr">
              <a:buNone/>
              <a:defRPr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and Drop Photo </a:t>
            </a:r>
            <a:br>
              <a:rPr lang="en-US" noProof="0" dirty="0"/>
            </a:br>
            <a:r>
              <a:rPr lang="en-US" noProof="0" dirty="0"/>
              <a:t>then Send to Back for overlay effect</a:t>
            </a:r>
          </a:p>
        </p:txBody>
      </p:sp>
      <p:sp>
        <p:nvSpPr>
          <p:cNvPr id="11" name="Rectangle 10">
            <a:extLst>
              <a:ext uri="{FF2B5EF4-FFF2-40B4-BE49-F238E27FC236}">
                <a16:creationId xmlns:a16="http://schemas.microsoft.com/office/drawing/2014/main" id="{3E534836-D52B-45E3-A123-FB9FFE3E0AE5}"/>
              </a:ext>
            </a:extLst>
          </p:cNvPr>
          <p:cNvSpPr/>
          <p:nvPr userDrawn="1"/>
        </p:nvSpPr>
        <p:spPr>
          <a:xfrm rot="5400000">
            <a:off x="7151842" y="2919257"/>
            <a:ext cx="3292475" cy="4311960"/>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5" name="Group 24">
            <a:extLst>
              <a:ext uri="{FF2B5EF4-FFF2-40B4-BE49-F238E27FC236}">
                <a16:creationId xmlns:a16="http://schemas.microsoft.com/office/drawing/2014/main" id="{F886979D-82A3-4A80-B7D8-1411156740B3}"/>
              </a:ext>
            </a:extLst>
          </p:cNvPr>
          <p:cNvGrpSpPr/>
          <p:nvPr userDrawn="1"/>
        </p:nvGrpSpPr>
        <p:grpSpPr>
          <a:xfrm>
            <a:off x="6641050" y="0"/>
            <a:ext cx="4313009" cy="6858000"/>
            <a:chOff x="0" y="0"/>
            <a:chExt cx="12192000" cy="6858000"/>
          </a:xfrm>
          <a:solidFill>
            <a:schemeClr val="accent1"/>
          </a:solidFill>
        </p:grpSpPr>
        <p:sp>
          <p:nvSpPr>
            <p:cNvPr id="26" name="Rectangle 25">
              <a:extLst>
                <a:ext uri="{FF2B5EF4-FFF2-40B4-BE49-F238E27FC236}">
                  <a16:creationId xmlns:a16="http://schemas.microsoft.com/office/drawing/2014/main" id="{25A4C3AA-BB58-4285-A38D-608FB501AC1D}"/>
                </a:ext>
              </a:extLst>
            </p:cNvPr>
            <p:cNvSpPr/>
            <p:nvPr userDrawn="1"/>
          </p:nvSpPr>
          <p:spPr>
            <a:xfrm>
              <a:off x="0" y="0"/>
              <a:ext cx="12192000" cy="136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7" name="Rectangle 26">
              <a:extLst>
                <a:ext uri="{FF2B5EF4-FFF2-40B4-BE49-F238E27FC236}">
                  <a16:creationId xmlns:a16="http://schemas.microsoft.com/office/drawing/2014/main" id="{BBB9E9C3-2013-4B62-89A6-8A4B0F2A884F}"/>
                </a:ext>
              </a:extLst>
            </p:cNvPr>
            <p:cNvSpPr/>
            <p:nvPr userDrawn="1"/>
          </p:nvSpPr>
          <p:spPr>
            <a:xfrm>
              <a:off x="0" y="6721475"/>
              <a:ext cx="12192000" cy="136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8" name="Rectangle 27">
            <a:extLst>
              <a:ext uri="{FF2B5EF4-FFF2-40B4-BE49-F238E27FC236}">
                <a16:creationId xmlns:a16="http://schemas.microsoft.com/office/drawing/2014/main" id="{E4564187-7B7F-4203-BE0E-B2085E4F1869}"/>
              </a:ext>
            </a:extLst>
          </p:cNvPr>
          <p:cNvSpPr/>
          <p:nvPr userDrawn="1"/>
        </p:nvSpPr>
        <p:spPr>
          <a:xfrm rot="5400000">
            <a:off x="7151842" y="-373218"/>
            <a:ext cx="3292475" cy="4311960"/>
          </a:xfrm>
          <a:prstGeom prst="rect">
            <a:avLst/>
          </a:prstGeom>
          <a:solidFill>
            <a:schemeClr val="accent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Footer Placeholder 4">
            <a:extLst>
              <a:ext uri="{FF2B5EF4-FFF2-40B4-BE49-F238E27FC236}">
                <a16:creationId xmlns:a16="http://schemas.microsoft.com/office/drawing/2014/main" id="{98468ABB-DAA1-4A8F-A65A-A0EADB7120F3}"/>
              </a:ext>
            </a:extLst>
          </p:cNvPr>
          <p:cNvSpPr>
            <a:spLocks noGrp="1"/>
          </p:cNvSpPr>
          <p:nvPr>
            <p:ph type="ftr" sz="quarter" idx="44"/>
          </p:nvPr>
        </p:nvSpPr>
        <p:spPr/>
        <p:txBody>
          <a:bodyPr/>
          <a:lstStyle/>
          <a:p>
            <a:r>
              <a:rPr lang="en-US" noProof="0" dirty="0"/>
              <a:t>Add a footer</a:t>
            </a:r>
          </a:p>
        </p:txBody>
      </p:sp>
      <p:sp>
        <p:nvSpPr>
          <p:cNvPr id="7" name="Slide Number Placeholder 6">
            <a:extLst>
              <a:ext uri="{FF2B5EF4-FFF2-40B4-BE49-F238E27FC236}">
                <a16:creationId xmlns:a16="http://schemas.microsoft.com/office/drawing/2014/main" id="{D344EF2B-4C23-4FC2-B680-617BC7D82A7E}"/>
              </a:ext>
            </a:extLst>
          </p:cNvPr>
          <p:cNvSpPr>
            <a:spLocks noGrp="1"/>
          </p:cNvSpPr>
          <p:nvPr>
            <p:ph type="sldNum" sz="quarter" idx="12"/>
          </p:nvPr>
        </p:nvSpPr>
        <p:spPr/>
        <p:txBody>
          <a:bodyPr/>
          <a:lstStyle/>
          <a:p>
            <a:r>
              <a:rPr lang="en-US" noProof="0" dirty="0"/>
              <a:t>page </a:t>
            </a:r>
            <a:fld id="{19B51A1E-902D-48AF-9020-955120F399B6}" type="slidenum">
              <a:rPr lang="en-US" b="1" i="1" noProof="0" smtClean="0"/>
              <a:pPr/>
              <a:t>‹#›</a:t>
            </a:fld>
            <a:endParaRPr lang="en-US" b="1" i="1" noProof="0"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6866469" y="3674372"/>
            <a:ext cx="3863221" cy="720000"/>
          </a:xfrm>
        </p:spPr>
        <p:txBody>
          <a:bodyPr anchor="b"/>
          <a:lstStyle>
            <a:lvl1pPr algn="r">
              <a:defRPr sz="4500">
                <a:solidFill>
                  <a:schemeClr val="bg1"/>
                </a:solidFill>
              </a:defRPr>
            </a:lvl1pPr>
          </a:lstStyle>
          <a:p>
            <a:r>
              <a:rPr lang="en-US" noProof="0"/>
              <a:t>Divider Slide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6866469" y="4608000"/>
            <a:ext cx="3863221" cy="1800000"/>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Tree>
    <p:extLst>
      <p:ext uri="{BB962C8B-B14F-4D97-AF65-F5344CB8AC3E}">
        <p14:creationId xmlns:p14="http://schemas.microsoft.com/office/powerpoint/2010/main" val="3234983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Bullets 4X">
    <p:bg>
      <p:bgPr>
        <a:solidFill>
          <a:schemeClr val="bg1">
            <a:lumMod val="95000"/>
          </a:schemeClr>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5F5735D3-1D9F-7543-95B4-59FA78EE1633}"/>
              </a:ext>
            </a:extLst>
          </p:cNvPr>
          <p:cNvSpPr/>
          <p:nvPr userDrawn="1"/>
        </p:nvSpPr>
        <p:spPr>
          <a:xfrm>
            <a:off x="1729232" y="773488"/>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Picture Placeholder 15">
            <a:extLst>
              <a:ext uri="{FF2B5EF4-FFF2-40B4-BE49-F238E27FC236}">
                <a16:creationId xmlns:a16="http://schemas.microsoft.com/office/drawing/2014/main" id="{DC68C0D1-0629-E546-99ED-3DA6B7EE0EE8}"/>
              </a:ext>
            </a:extLst>
          </p:cNvPr>
          <p:cNvSpPr>
            <a:spLocks noGrp="1"/>
          </p:cNvSpPr>
          <p:nvPr>
            <p:ph type="pic" sz="quarter" idx="51" hasCustomPrompt="1"/>
          </p:nvPr>
        </p:nvSpPr>
        <p:spPr>
          <a:xfrm>
            <a:off x="2026412" y="1070668"/>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16" name="Text Placeholder 8">
            <a:extLst>
              <a:ext uri="{FF2B5EF4-FFF2-40B4-BE49-F238E27FC236}">
                <a16:creationId xmlns:a16="http://schemas.microsoft.com/office/drawing/2014/main" id="{DB2281E6-0C7F-4B74-AABC-FC737C5B9605}"/>
              </a:ext>
            </a:extLst>
          </p:cNvPr>
          <p:cNvSpPr>
            <a:spLocks noGrp="1"/>
          </p:cNvSpPr>
          <p:nvPr>
            <p:ph type="body" sz="quarter" idx="17" hasCustomPrompt="1"/>
          </p:nvPr>
        </p:nvSpPr>
        <p:spPr>
          <a:xfrm>
            <a:off x="1526819" y="2310044"/>
            <a:ext cx="1620000" cy="252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7" name="Text Placeholder 10">
            <a:extLst>
              <a:ext uri="{FF2B5EF4-FFF2-40B4-BE49-F238E27FC236}">
                <a16:creationId xmlns:a16="http://schemas.microsoft.com/office/drawing/2014/main" id="{0A536C56-F4CA-43D8-98A9-E597F5B81368}"/>
              </a:ext>
            </a:extLst>
          </p:cNvPr>
          <p:cNvSpPr>
            <a:spLocks noGrp="1"/>
          </p:cNvSpPr>
          <p:nvPr>
            <p:ph type="body" sz="quarter" idx="18" hasCustomPrompt="1"/>
          </p:nvPr>
        </p:nvSpPr>
        <p:spPr>
          <a:xfrm>
            <a:off x="1526819" y="2702598"/>
            <a:ext cx="1620000" cy="434302"/>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2" name="Rectangle 31">
            <a:extLst>
              <a:ext uri="{FF2B5EF4-FFF2-40B4-BE49-F238E27FC236}">
                <a16:creationId xmlns:a16="http://schemas.microsoft.com/office/drawing/2014/main" id="{4AD89EB4-58FE-9C45-AF3E-821DBB1186EC}"/>
              </a:ext>
            </a:extLst>
          </p:cNvPr>
          <p:cNvSpPr/>
          <p:nvPr userDrawn="1"/>
        </p:nvSpPr>
        <p:spPr>
          <a:xfrm>
            <a:off x="3860091" y="773488"/>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Picture Placeholder 15">
            <a:extLst>
              <a:ext uri="{FF2B5EF4-FFF2-40B4-BE49-F238E27FC236}">
                <a16:creationId xmlns:a16="http://schemas.microsoft.com/office/drawing/2014/main" id="{905D3761-5A7C-8546-BADF-20524AE7D5DB}"/>
              </a:ext>
            </a:extLst>
          </p:cNvPr>
          <p:cNvSpPr>
            <a:spLocks noGrp="1"/>
          </p:cNvSpPr>
          <p:nvPr>
            <p:ph type="pic" sz="quarter" idx="52" hasCustomPrompt="1"/>
          </p:nvPr>
        </p:nvSpPr>
        <p:spPr>
          <a:xfrm>
            <a:off x="4157271" y="1070668"/>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18" name="Text Placeholder 8">
            <a:extLst>
              <a:ext uri="{FF2B5EF4-FFF2-40B4-BE49-F238E27FC236}">
                <a16:creationId xmlns:a16="http://schemas.microsoft.com/office/drawing/2014/main" id="{CC4D12C2-93C1-4E0C-B8E5-7ABB260F3F80}"/>
              </a:ext>
            </a:extLst>
          </p:cNvPr>
          <p:cNvSpPr>
            <a:spLocks noGrp="1"/>
          </p:cNvSpPr>
          <p:nvPr>
            <p:ph type="body" sz="quarter" idx="33" hasCustomPrompt="1"/>
          </p:nvPr>
        </p:nvSpPr>
        <p:spPr>
          <a:xfrm>
            <a:off x="3657678" y="2310044"/>
            <a:ext cx="1620000" cy="252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2</a:t>
            </a:r>
          </a:p>
        </p:txBody>
      </p:sp>
      <p:sp>
        <p:nvSpPr>
          <p:cNvPr id="19" name="Text Placeholder 10">
            <a:extLst>
              <a:ext uri="{FF2B5EF4-FFF2-40B4-BE49-F238E27FC236}">
                <a16:creationId xmlns:a16="http://schemas.microsoft.com/office/drawing/2014/main" id="{11327781-DAAF-4F83-B459-FCB50CCFE896}"/>
              </a:ext>
            </a:extLst>
          </p:cNvPr>
          <p:cNvSpPr>
            <a:spLocks noGrp="1"/>
          </p:cNvSpPr>
          <p:nvPr>
            <p:ph type="body" sz="quarter" idx="34" hasCustomPrompt="1"/>
          </p:nvPr>
        </p:nvSpPr>
        <p:spPr>
          <a:xfrm>
            <a:off x="3657678" y="2702598"/>
            <a:ext cx="1620000" cy="434302"/>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5" name="Rectangle 34">
            <a:extLst>
              <a:ext uri="{FF2B5EF4-FFF2-40B4-BE49-F238E27FC236}">
                <a16:creationId xmlns:a16="http://schemas.microsoft.com/office/drawing/2014/main" id="{832E783B-B6C5-C74B-8CB2-1421AF723973}"/>
              </a:ext>
            </a:extLst>
          </p:cNvPr>
          <p:cNvSpPr/>
          <p:nvPr userDrawn="1"/>
        </p:nvSpPr>
        <p:spPr>
          <a:xfrm>
            <a:off x="1728254" y="3771131"/>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7" name="Picture Placeholder 15">
            <a:extLst>
              <a:ext uri="{FF2B5EF4-FFF2-40B4-BE49-F238E27FC236}">
                <a16:creationId xmlns:a16="http://schemas.microsoft.com/office/drawing/2014/main" id="{8B15AB9B-691E-DD4D-9136-3E88324FBF9C}"/>
              </a:ext>
            </a:extLst>
          </p:cNvPr>
          <p:cNvSpPr>
            <a:spLocks noGrp="1"/>
          </p:cNvSpPr>
          <p:nvPr>
            <p:ph type="pic" sz="quarter" idx="53" hasCustomPrompt="1"/>
          </p:nvPr>
        </p:nvSpPr>
        <p:spPr>
          <a:xfrm>
            <a:off x="2025434" y="4068311"/>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25" name="Text Placeholder 8">
            <a:extLst>
              <a:ext uri="{FF2B5EF4-FFF2-40B4-BE49-F238E27FC236}">
                <a16:creationId xmlns:a16="http://schemas.microsoft.com/office/drawing/2014/main" id="{61982B6C-C1EE-465B-8438-A6066081C644}"/>
              </a:ext>
            </a:extLst>
          </p:cNvPr>
          <p:cNvSpPr>
            <a:spLocks noGrp="1"/>
          </p:cNvSpPr>
          <p:nvPr>
            <p:ph type="body" sz="quarter" idx="45" hasCustomPrompt="1"/>
          </p:nvPr>
        </p:nvSpPr>
        <p:spPr>
          <a:xfrm>
            <a:off x="1526819" y="5329272"/>
            <a:ext cx="1620000" cy="252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3</a:t>
            </a:r>
          </a:p>
        </p:txBody>
      </p:sp>
      <p:sp>
        <p:nvSpPr>
          <p:cNvPr id="26" name="Text Placeholder 10">
            <a:extLst>
              <a:ext uri="{FF2B5EF4-FFF2-40B4-BE49-F238E27FC236}">
                <a16:creationId xmlns:a16="http://schemas.microsoft.com/office/drawing/2014/main" id="{0FE75CF1-5F4E-4BF8-8C99-C76C621F5012}"/>
              </a:ext>
            </a:extLst>
          </p:cNvPr>
          <p:cNvSpPr>
            <a:spLocks noGrp="1"/>
          </p:cNvSpPr>
          <p:nvPr>
            <p:ph type="body" sz="quarter" idx="46" hasCustomPrompt="1"/>
          </p:nvPr>
        </p:nvSpPr>
        <p:spPr>
          <a:xfrm>
            <a:off x="1526819" y="5721826"/>
            <a:ext cx="1620000" cy="434302"/>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6" name="Rectangle 35">
            <a:extLst>
              <a:ext uri="{FF2B5EF4-FFF2-40B4-BE49-F238E27FC236}">
                <a16:creationId xmlns:a16="http://schemas.microsoft.com/office/drawing/2014/main" id="{4E4FB0C7-5FAE-064C-B022-6C6F1429F789}"/>
              </a:ext>
            </a:extLst>
          </p:cNvPr>
          <p:cNvSpPr/>
          <p:nvPr userDrawn="1"/>
        </p:nvSpPr>
        <p:spPr>
          <a:xfrm>
            <a:off x="3859113" y="3771131"/>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8" name="Picture Placeholder 15">
            <a:extLst>
              <a:ext uri="{FF2B5EF4-FFF2-40B4-BE49-F238E27FC236}">
                <a16:creationId xmlns:a16="http://schemas.microsoft.com/office/drawing/2014/main" id="{3B3DF983-963A-B942-97F9-7781C383B6B3}"/>
              </a:ext>
            </a:extLst>
          </p:cNvPr>
          <p:cNvSpPr>
            <a:spLocks noGrp="1"/>
          </p:cNvSpPr>
          <p:nvPr>
            <p:ph type="pic" sz="quarter" idx="54" hasCustomPrompt="1"/>
          </p:nvPr>
        </p:nvSpPr>
        <p:spPr>
          <a:xfrm>
            <a:off x="4156293" y="4068311"/>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27" name="Text Placeholder 8">
            <a:extLst>
              <a:ext uri="{FF2B5EF4-FFF2-40B4-BE49-F238E27FC236}">
                <a16:creationId xmlns:a16="http://schemas.microsoft.com/office/drawing/2014/main" id="{C1BDC87D-8B88-4BFD-8A1A-C600A5899DF3}"/>
              </a:ext>
            </a:extLst>
          </p:cNvPr>
          <p:cNvSpPr>
            <a:spLocks noGrp="1"/>
          </p:cNvSpPr>
          <p:nvPr>
            <p:ph type="body" sz="quarter" idx="47" hasCustomPrompt="1"/>
          </p:nvPr>
        </p:nvSpPr>
        <p:spPr>
          <a:xfrm>
            <a:off x="3657678" y="5329272"/>
            <a:ext cx="1620000" cy="252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4</a:t>
            </a:r>
          </a:p>
        </p:txBody>
      </p:sp>
      <p:sp>
        <p:nvSpPr>
          <p:cNvPr id="28" name="Text Placeholder 10">
            <a:extLst>
              <a:ext uri="{FF2B5EF4-FFF2-40B4-BE49-F238E27FC236}">
                <a16:creationId xmlns:a16="http://schemas.microsoft.com/office/drawing/2014/main" id="{563D2EC4-BEF1-4AC6-872F-27FEBA2EBDE3}"/>
              </a:ext>
            </a:extLst>
          </p:cNvPr>
          <p:cNvSpPr>
            <a:spLocks noGrp="1"/>
          </p:cNvSpPr>
          <p:nvPr>
            <p:ph type="body" sz="quarter" idx="48" hasCustomPrompt="1"/>
          </p:nvPr>
        </p:nvSpPr>
        <p:spPr>
          <a:xfrm>
            <a:off x="3657678" y="5721826"/>
            <a:ext cx="1620000" cy="434302"/>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10" name="Picture Placeholder 22">
            <a:extLst>
              <a:ext uri="{FF2B5EF4-FFF2-40B4-BE49-F238E27FC236}">
                <a16:creationId xmlns:a16="http://schemas.microsoft.com/office/drawing/2014/main" id="{785590BE-5BE1-4AF5-B0F8-7D999658F3F8}"/>
              </a:ext>
            </a:extLst>
          </p:cNvPr>
          <p:cNvSpPr>
            <a:spLocks noGrp="1"/>
          </p:cNvSpPr>
          <p:nvPr>
            <p:ph type="pic" sz="quarter" idx="10" hasCustomPrompt="1"/>
          </p:nvPr>
        </p:nvSpPr>
        <p:spPr>
          <a:xfrm>
            <a:off x="6641052" y="136525"/>
            <a:ext cx="4313008" cy="6584950"/>
          </a:xfrm>
          <a:solidFill>
            <a:schemeClr val="accent4">
              <a:lumMod val="50000"/>
            </a:schemeClr>
          </a:solidFill>
        </p:spPr>
        <p:txBody>
          <a:bodyPr lIns="0" tIns="1512000" rIns="0" bIns="0" anchor="t"/>
          <a:lstStyle>
            <a:lvl1pPr marL="0" indent="0" algn="ctr">
              <a:buNone/>
              <a:defRPr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and Drop Photo </a:t>
            </a:r>
            <a:br>
              <a:rPr lang="en-US" noProof="0" dirty="0"/>
            </a:br>
            <a:r>
              <a:rPr lang="en-US" noProof="0" dirty="0"/>
              <a:t>then Send to Back for overlay effect</a:t>
            </a:r>
          </a:p>
        </p:txBody>
      </p:sp>
      <p:sp>
        <p:nvSpPr>
          <p:cNvPr id="11" name="Rectangle 10">
            <a:extLst>
              <a:ext uri="{FF2B5EF4-FFF2-40B4-BE49-F238E27FC236}">
                <a16:creationId xmlns:a16="http://schemas.microsoft.com/office/drawing/2014/main" id="{3E534836-D52B-45E3-A123-FB9FFE3E0AE5}"/>
              </a:ext>
            </a:extLst>
          </p:cNvPr>
          <p:cNvSpPr/>
          <p:nvPr userDrawn="1"/>
        </p:nvSpPr>
        <p:spPr>
          <a:xfrm rot="5400000">
            <a:off x="5505605" y="1273020"/>
            <a:ext cx="6584950" cy="4311960"/>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0" name="Group 19">
            <a:extLst>
              <a:ext uri="{FF2B5EF4-FFF2-40B4-BE49-F238E27FC236}">
                <a16:creationId xmlns:a16="http://schemas.microsoft.com/office/drawing/2014/main" id="{58BDD832-2CD9-45D2-AC4D-DD00EFA5A223}"/>
              </a:ext>
            </a:extLst>
          </p:cNvPr>
          <p:cNvGrpSpPr/>
          <p:nvPr userDrawn="1"/>
        </p:nvGrpSpPr>
        <p:grpSpPr>
          <a:xfrm>
            <a:off x="6641050" y="0"/>
            <a:ext cx="4313009" cy="6858000"/>
            <a:chOff x="0" y="0"/>
            <a:chExt cx="12192000" cy="6858000"/>
          </a:xfrm>
          <a:solidFill>
            <a:schemeClr val="accent1"/>
          </a:solidFill>
        </p:grpSpPr>
        <p:sp>
          <p:nvSpPr>
            <p:cNvPr id="21" name="Rectangle 20">
              <a:extLst>
                <a:ext uri="{FF2B5EF4-FFF2-40B4-BE49-F238E27FC236}">
                  <a16:creationId xmlns:a16="http://schemas.microsoft.com/office/drawing/2014/main" id="{AB47021E-0309-4638-9D02-AE2A45E2C5D1}"/>
                </a:ext>
              </a:extLst>
            </p:cNvPr>
            <p:cNvSpPr/>
            <p:nvPr userDrawn="1"/>
          </p:nvSpPr>
          <p:spPr>
            <a:xfrm>
              <a:off x="0" y="0"/>
              <a:ext cx="12192000" cy="136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Rectangle 23">
              <a:extLst>
                <a:ext uri="{FF2B5EF4-FFF2-40B4-BE49-F238E27FC236}">
                  <a16:creationId xmlns:a16="http://schemas.microsoft.com/office/drawing/2014/main" id="{2B8E8D6F-D64D-4B85-AA51-BDA9EF959E3F}"/>
                </a:ext>
              </a:extLst>
            </p:cNvPr>
            <p:cNvSpPr/>
            <p:nvPr userDrawn="1"/>
          </p:nvSpPr>
          <p:spPr>
            <a:xfrm>
              <a:off x="0" y="6721475"/>
              <a:ext cx="12192000" cy="136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5" name="Footer Placeholder 4">
            <a:extLst>
              <a:ext uri="{FF2B5EF4-FFF2-40B4-BE49-F238E27FC236}">
                <a16:creationId xmlns:a16="http://schemas.microsoft.com/office/drawing/2014/main" id="{98468ABB-DAA1-4A8F-A65A-A0EADB7120F3}"/>
              </a:ext>
            </a:extLst>
          </p:cNvPr>
          <p:cNvSpPr>
            <a:spLocks noGrp="1"/>
          </p:cNvSpPr>
          <p:nvPr>
            <p:ph type="ftr" sz="quarter" idx="44"/>
          </p:nvPr>
        </p:nvSpPr>
        <p:spPr/>
        <p:txBody>
          <a:bodyPr/>
          <a:lstStyle/>
          <a:p>
            <a:r>
              <a:rPr lang="en-US" noProof="0" dirty="0"/>
              <a:t>Add a footer</a:t>
            </a:r>
          </a:p>
        </p:txBody>
      </p:sp>
      <p:sp>
        <p:nvSpPr>
          <p:cNvPr id="7" name="Slide Number Placeholder 6">
            <a:extLst>
              <a:ext uri="{FF2B5EF4-FFF2-40B4-BE49-F238E27FC236}">
                <a16:creationId xmlns:a16="http://schemas.microsoft.com/office/drawing/2014/main" id="{D344EF2B-4C23-4FC2-B680-617BC7D82A7E}"/>
              </a:ext>
            </a:extLst>
          </p:cNvPr>
          <p:cNvSpPr>
            <a:spLocks noGrp="1"/>
          </p:cNvSpPr>
          <p:nvPr>
            <p:ph type="sldNum" sz="quarter" idx="12"/>
          </p:nvPr>
        </p:nvSpPr>
        <p:spPr/>
        <p:txBody>
          <a:bodyPr/>
          <a:lstStyle/>
          <a:p>
            <a:r>
              <a:rPr lang="en-US" noProof="0" dirty="0"/>
              <a:t>page </a:t>
            </a:r>
            <a:fld id="{19B51A1E-902D-48AF-9020-955120F399B6}" type="slidenum">
              <a:rPr lang="en-US" b="1" i="1" noProof="0" smtClean="0"/>
              <a:pPr/>
              <a:t>‹#›</a:t>
            </a:fld>
            <a:endParaRPr lang="en-US" b="1" i="1" noProof="0"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6866470" y="3674372"/>
            <a:ext cx="3863221" cy="720000"/>
          </a:xfrm>
        </p:spPr>
        <p:txBody>
          <a:bodyPr anchor="b"/>
          <a:lstStyle>
            <a:lvl1pPr algn="r">
              <a:defRPr sz="4500">
                <a:solidFill>
                  <a:schemeClr val="bg1"/>
                </a:solidFill>
              </a:defRPr>
            </a:lvl1pPr>
          </a:lstStyle>
          <a:p>
            <a:r>
              <a:rPr lang="en-US" noProof="0"/>
              <a:t>Divider Slide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6866470" y="4608000"/>
            <a:ext cx="3863221" cy="1800000"/>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Tree>
    <p:extLst>
      <p:ext uri="{BB962C8B-B14F-4D97-AF65-F5344CB8AC3E}">
        <p14:creationId xmlns:p14="http://schemas.microsoft.com/office/powerpoint/2010/main" val="2623822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gital Product">
    <p:bg>
      <p:bgPr>
        <a:solidFill>
          <a:schemeClr val="bg1">
            <a:lumMod val="95000"/>
          </a:schemeClr>
        </a:solidFill>
        <a:effectLst/>
      </p:bgPr>
    </p:bg>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C556A4B9-7599-4B11-B687-2C429C7968EA}"/>
              </a:ext>
            </a:extLst>
          </p:cNvPr>
          <p:cNvSpPr>
            <a:spLocks noGrp="1"/>
          </p:cNvSpPr>
          <p:nvPr>
            <p:ph type="pic" sz="quarter" idx="13" hasCustomPrompt="1"/>
          </p:nvPr>
        </p:nvSpPr>
        <p:spPr>
          <a:xfrm>
            <a:off x="-1" y="947452"/>
            <a:ext cx="5703889" cy="4320000"/>
          </a:xfrm>
          <a:solidFill>
            <a:schemeClr val="bg1">
              <a:lumMod val="85000"/>
            </a:schemeClr>
          </a:solid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Insert or Drag and Drop your Screen Design here</a:t>
            </a:r>
          </a:p>
        </p:txBody>
      </p:sp>
      <p:pic>
        <p:nvPicPr>
          <p:cNvPr id="31" name="Picture 30">
            <a:extLst>
              <a:ext uri="{FF2B5EF4-FFF2-40B4-BE49-F238E27FC236}">
                <a16:creationId xmlns:a16="http://schemas.microsoft.com/office/drawing/2014/main" id="{78C72E08-7056-40F8-B0FE-C8DD826BF55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1" y="457201"/>
            <a:ext cx="10705833" cy="6195852"/>
          </a:xfrm>
          <a:prstGeom prst="rect">
            <a:avLst/>
          </a:prstGeom>
        </p:spPr>
      </p:pic>
      <p:sp>
        <p:nvSpPr>
          <p:cNvPr id="10" name="Picture Placeholder 22">
            <a:extLst>
              <a:ext uri="{FF2B5EF4-FFF2-40B4-BE49-F238E27FC236}">
                <a16:creationId xmlns:a16="http://schemas.microsoft.com/office/drawing/2014/main" id="{785590BE-5BE1-4AF5-B0F8-7D999658F3F8}"/>
              </a:ext>
            </a:extLst>
          </p:cNvPr>
          <p:cNvSpPr>
            <a:spLocks noGrp="1"/>
          </p:cNvSpPr>
          <p:nvPr>
            <p:ph type="pic" sz="quarter" idx="10" hasCustomPrompt="1"/>
          </p:nvPr>
        </p:nvSpPr>
        <p:spPr>
          <a:xfrm>
            <a:off x="6641052" y="136525"/>
            <a:ext cx="4313008" cy="6584950"/>
          </a:xfrm>
          <a:solidFill>
            <a:schemeClr val="accent4">
              <a:lumMod val="50000"/>
            </a:schemeClr>
          </a:solidFill>
        </p:spPr>
        <p:txBody>
          <a:bodyPr lIns="0" tIns="1512000" rIns="0" bIns="0" anchor="t"/>
          <a:lstStyle>
            <a:lvl1pPr marL="0" indent="0" algn="ctr">
              <a:buNone/>
              <a:defRPr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and Drop Photo </a:t>
            </a:r>
            <a:br>
              <a:rPr lang="en-US" noProof="0" dirty="0"/>
            </a:br>
            <a:r>
              <a:rPr lang="en-US" noProof="0" dirty="0"/>
              <a:t>then Send to Back for overlay effect</a:t>
            </a:r>
          </a:p>
        </p:txBody>
      </p:sp>
      <p:sp>
        <p:nvSpPr>
          <p:cNvPr id="11" name="Rectangle 10">
            <a:extLst>
              <a:ext uri="{FF2B5EF4-FFF2-40B4-BE49-F238E27FC236}">
                <a16:creationId xmlns:a16="http://schemas.microsoft.com/office/drawing/2014/main" id="{3E534836-D52B-45E3-A123-FB9FFE3E0AE5}"/>
              </a:ext>
            </a:extLst>
          </p:cNvPr>
          <p:cNvSpPr/>
          <p:nvPr userDrawn="1"/>
        </p:nvSpPr>
        <p:spPr>
          <a:xfrm rot="5400000">
            <a:off x="5505605" y="1273020"/>
            <a:ext cx="6584950" cy="4311960"/>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4FA88889-2E09-4B26-90FB-497460180E61}"/>
              </a:ext>
            </a:extLst>
          </p:cNvPr>
          <p:cNvGrpSpPr/>
          <p:nvPr userDrawn="1"/>
        </p:nvGrpSpPr>
        <p:grpSpPr>
          <a:xfrm>
            <a:off x="6641050" y="0"/>
            <a:ext cx="4313009" cy="6858000"/>
            <a:chOff x="0" y="0"/>
            <a:chExt cx="12192000" cy="6858000"/>
          </a:xfrm>
          <a:solidFill>
            <a:schemeClr val="accent1"/>
          </a:solidFill>
        </p:grpSpPr>
        <p:sp>
          <p:nvSpPr>
            <p:cNvPr id="13" name="Rectangle 12">
              <a:extLst>
                <a:ext uri="{FF2B5EF4-FFF2-40B4-BE49-F238E27FC236}">
                  <a16:creationId xmlns:a16="http://schemas.microsoft.com/office/drawing/2014/main" id="{EB70E5C8-5074-4D5F-9EBD-E5E49462D138}"/>
                </a:ext>
              </a:extLst>
            </p:cNvPr>
            <p:cNvSpPr/>
            <p:nvPr userDrawn="1"/>
          </p:nvSpPr>
          <p:spPr>
            <a:xfrm>
              <a:off x="0" y="0"/>
              <a:ext cx="12192000" cy="136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57144162-C52D-4D13-B080-38B1B0F6CBC6}"/>
                </a:ext>
              </a:extLst>
            </p:cNvPr>
            <p:cNvSpPr/>
            <p:nvPr userDrawn="1"/>
          </p:nvSpPr>
          <p:spPr>
            <a:xfrm>
              <a:off x="0" y="6721475"/>
              <a:ext cx="12192000" cy="136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5" name="Footer Placeholder 4">
            <a:extLst>
              <a:ext uri="{FF2B5EF4-FFF2-40B4-BE49-F238E27FC236}">
                <a16:creationId xmlns:a16="http://schemas.microsoft.com/office/drawing/2014/main" id="{98468ABB-DAA1-4A8F-A65A-A0EADB7120F3}"/>
              </a:ext>
            </a:extLst>
          </p:cNvPr>
          <p:cNvSpPr>
            <a:spLocks noGrp="1"/>
          </p:cNvSpPr>
          <p:nvPr>
            <p:ph type="ftr" sz="quarter" idx="44"/>
          </p:nvPr>
        </p:nvSpPr>
        <p:spPr/>
        <p:txBody>
          <a:bodyPr/>
          <a:lstStyle/>
          <a:p>
            <a:r>
              <a:rPr lang="en-US" noProof="0" dirty="0"/>
              <a:t>Add a footer</a:t>
            </a:r>
          </a:p>
        </p:txBody>
      </p:sp>
      <p:sp>
        <p:nvSpPr>
          <p:cNvPr id="7" name="Slide Number Placeholder 6">
            <a:extLst>
              <a:ext uri="{FF2B5EF4-FFF2-40B4-BE49-F238E27FC236}">
                <a16:creationId xmlns:a16="http://schemas.microsoft.com/office/drawing/2014/main" id="{D344EF2B-4C23-4FC2-B680-617BC7D82A7E}"/>
              </a:ext>
            </a:extLst>
          </p:cNvPr>
          <p:cNvSpPr>
            <a:spLocks noGrp="1"/>
          </p:cNvSpPr>
          <p:nvPr>
            <p:ph type="sldNum" sz="quarter" idx="12"/>
          </p:nvPr>
        </p:nvSpPr>
        <p:spPr/>
        <p:txBody>
          <a:bodyPr/>
          <a:lstStyle/>
          <a:p>
            <a:r>
              <a:rPr lang="en-US" noProof="0" dirty="0"/>
              <a:t>page </a:t>
            </a:r>
            <a:fld id="{19B51A1E-902D-48AF-9020-955120F399B6}" type="slidenum">
              <a:rPr lang="en-US" b="1" i="1" noProof="0" smtClean="0"/>
              <a:pPr/>
              <a:t>‹#›</a:t>
            </a:fld>
            <a:endParaRPr lang="en-US" b="1" i="1" noProof="0"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6866470" y="1767593"/>
            <a:ext cx="3863221" cy="2595353"/>
          </a:xfrm>
        </p:spPr>
        <p:txBody>
          <a:bodyPr anchor="b"/>
          <a:lstStyle>
            <a:lvl1pPr algn="l">
              <a:defRPr sz="4500">
                <a:solidFill>
                  <a:schemeClr val="bg1"/>
                </a:solidFill>
              </a:defRPr>
            </a:lvl1pPr>
          </a:lstStyle>
          <a:p>
            <a:r>
              <a:rPr lang="en-US" noProof="0"/>
              <a:t>Emphasized Text</a:t>
            </a:r>
          </a:p>
        </p:txBody>
      </p:sp>
      <p:sp>
        <p:nvSpPr>
          <p:cNvPr id="24" name="Content Placeholder 2">
            <a:extLst>
              <a:ext uri="{FF2B5EF4-FFF2-40B4-BE49-F238E27FC236}">
                <a16:creationId xmlns:a16="http://schemas.microsoft.com/office/drawing/2014/main" id="{5C5C3D10-5CD7-421D-B7BB-581518EF00DD}"/>
              </a:ext>
            </a:extLst>
          </p:cNvPr>
          <p:cNvSpPr>
            <a:spLocks noGrp="1"/>
          </p:cNvSpPr>
          <p:nvPr>
            <p:ph idx="1" hasCustomPrompt="1"/>
          </p:nvPr>
        </p:nvSpPr>
        <p:spPr>
          <a:xfrm>
            <a:off x="6866470" y="4608000"/>
            <a:ext cx="3863221" cy="180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77873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defRPr>
                <a:solidFill>
                  <a:schemeClr val="tx1">
                    <a:lumMod val="75000"/>
                    <a:lumOff val="25000"/>
                  </a:schemeClr>
                </a:solidFill>
              </a:defRPr>
            </a:lvl1pPr>
          </a:lstStyle>
          <a:p>
            <a:r>
              <a:rPr lang="en-US" noProof="0"/>
              <a:t>Click to edit Master title style</a:t>
            </a:r>
          </a:p>
        </p:txBody>
      </p:sp>
      <p:sp>
        <p:nvSpPr>
          <p:cNvPr id="5" name="Text Placeholder 4">
            <a:extLst>
              <a:ext uri="{FF2B5EF4-FFF2-40B4-BE49-F238E27FC236}">
                <a16:creationId xmlns:a16="http://schemas.microsoft.com/office/drawing/2014/main" id="{D52B871F-F800-4B02-8408-FF5D438CFEC4}"/>
              </a:ext>
            </a:extLst>
          </p:cNvPr>
          <p:cNvSpPr>
            <a:spLocks noGrp="1"/>
          </p:cNvSpPr>
          <p:nvPr>
            <p:ph type="body" sz="quarter" idx="13" hasCustomPrompt="1"/>
          </p:nvPr>
        </p:nvSpPr>
        <p:spPr>
          <a:xfrm>
            <a:off x="431800" y="1008000"/>
            <a:ext cx="10144125"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17" name="Rectangle 16">
            <a:extLst>
              <a:ext uri="{FF2B5EF4-FFF2-40B4-BE49-F238E27FC236}">
                <a16:creationId xmlns:a16="http://schemas.microsoft.com/office/drawing/2014/main" id="{4790D010-2852-DE49-BD36-340D6725D1D5}"/>
              </a:ext>
            </a:extLst>
          </p:cNvPr>
          <p:cNvSpPr/>
          <p:nvPr userDrawn="1"/>
        </p:nvSpPr>
        <p:spPr>
          <a:xfrm>
            <a:off x="2765072" y="2412312"/>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Picture Placeholder 15">
            <a:extLst>
              <a:ext uri="{FF2B5EF4-FFF2-40B4-BE49-F238E27FC236}">
                <a16:creationId xmlns:a16="http://schemas.microsoft.com/office/drawing/2014/main" id="{24F79A85-3789-254D-AF3D-5265B6140421}"/>
              </a:ext>
            </a:extLst>
          </p:cNvPr>
          <p:cNvSpPr>
            <a:spLocks noGrp="1"/>
          </p:cNvSpPr>
          <p:nvPr>
            <p:ph type="pic" sz="quarter" idx="47" hasCustomPrompt="1"/>
          </p:nvPr>
        </p:nvSpPr>
        <p:spPr>
          <a:xfrm>
            <a:off x="3062252" y="270949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6" name="Text Placeholder 8">
            <a:extLst>
              <a:ext uri="{FF2B5EF4-FFF2-40B4-BE49-F238E27FC236}">
                <a16:creationId xmlns:a16="http://schemas.microsoft.com/office/drawing/2014/main" id="{9FBB7671-0660-45EB-8712-824ACCFDD4C4}"/>
              </a:ext>
            </a:extLst>
          </p:cNvPr>
          <p:cNvSpPr>
            <a:spLocks noGrp="1"/>
          </p:cNvSpPr>
          <p:nvPr>
            <p:ph type="body" sz="quarter" idx="17" hasCustomPrompt="1"/>
          </p:nvPr>
        </p:nvSpPr>
        <p:spPr>
          <a:xfrm>
            <a:off x="2565400" y="3971432"/>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8" name="Text Placeholder 10">
            <a:extLst>
              <a:ext uri="{FF2B5EF4-FFF2-40B4-BE49-F238E27FC236}">
                <a16:creationId xmlns:a16="http://schemas.microsoft.com/office/drawing/2014/main" id="{1014D08D-BF9C-44A1-8635-70B551FEFA4C}"/>
              </a:ext>
            </a:extLst>
          </p:cNvPr>
          <p:cNvSpPr>
            <a:spLocks noGrp="1"/>
          </p:cNvSpPr>
          <p:nvPr>
            <p:ph type="body" sz="quarter" idx="18" hasCustomPrompt="1"/>
          </p:nvPr>
        </p:nvSpPr>
        <p:spPr>
          <a:xfrm>
            <a:off x="2565400" y="4471987"/>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18" name="Rectangle 17">
            <a:extLst>
              <a:ext uri="{FF2B5EF4-FFF2-40B4-BE49-F238E27FC236}">
                <a16:creationId xmlns:a16="http://schemas.microsoft.com/office/drawing/2014/main" id="{C5D02C68-EB7D-E044-99A9-658364A3B2F0}"/>
              </a:ext>
            </a:extLst>
          </p:cNvPr>
          <p:cNvSpPr/>
          <p:nvPr userDrawn="1"/>
        </p:nvSpPr>
        <p:spPr>
          <a:xfrm>
            <a:off x="4895931" y="2412312"/>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Picture Placeholder 15">
            <a:extLst>
              <a:ext uri="{FF2B5EF4-FFF2-40B4-BE49-F238E27FC236}">
                <a16:creationId xmlns:a16="http://schemas.microsoft.com/office/drawing/2014/main" id="{3826F102-F281-614F-8445-F1FD4CA62E4A}"/>
              </a:ext>
            </a:extLst>
          </p:cNvPr>
          <p:cNvSpPr>
            <a:spLocks noGrp="1"/>
          </p:cNvSpPr>
          <p:nvPr>
            <p:ph type="pic" sz="quarter" idx="48" hasCustomPrompt="1"/>
          </p:nvPr>
        </p:nvSpPr>
        <p:spPr>
          <a:xfrm>
            <a:off x="5193111" y="270949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9" name="Text Placeholder 8">
            <a:extLst>
              <a:ext uri="{FF2B5EF4-FFF2-40B4-BE49-F238E27FC236}">
                <a16:creationId xmlns:a16="http://schemas.microsoft.com/office/drawing/2014/main" id="{4339CB16-5C66-4617-AF19-7700AD97524A}"/>
              </a:ext>
            </a:extLst>
          </p:cNvPr>
          <p:cNvSpPr>
            <a:spLocks noGrp="1"/>
          </p:cNvSpPr>
          <p:nvPr>
            <p:ph type="body" sz="quarter" idx="33" hasCustomPrompt="1"/>
          </p:nvPr>
        </p:nvSpPr>
        <p:spPr>
          <a:xfrm>
            <a:off x="4696259" y="3971432"/>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0" name="Text Placeholder 10">
            <a:extLst>
              <a:ext uri="{FF2B5EF4-FFF2-40B4-BE49-F238E27FC236}">
                <a16:creationId xmlns:a16="http://schemas.microsoft.com/office/drawing/2014/main" id="{8DFFD868-459F-47BA-BA47-B6CC7A09E8E9}"/>
              </a:ext>
            </a:extLst>
          </p:cNvPr>
          <p:cNvSpPr>
            <a:spLocks noGrp="1"/>
          </p:cNvSpPr>
          <p:nvPr>
            <p:ph type="body" sz="quarter" idx="34" hasCustomPrompt="1"/>
          </p:nvPr>
        </p:nvSpPr>
        <p:spPr>
          <a:xfrm>
            <a:off x="4696259" y="4471987"/>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19" name="Rectangle 18">
            <a:extLst>
              <a:ext uri="{FF2B5EF4-FFF2-40B4-BE49-F238E27FC236}">
                <a16:creationId xmlns:a16="http://schemas.microsoft.com/office/drawing/2014/main" id="{45962E1D-1D13-2B48-9F3B-CE31039DD236}"/>
              </a:ext>
            </a:extLst>
          </p:cNvPr>
          <p:cNvSpPr/>
          <p:nvPr userDrawn="1"/>
        </p:nvSpPr>
        <p:spPr>
          <a:xfrm>
            <a:off x="7026790" y="2412312"/>
            <a:ext cx="1216152" cy="121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Picture Placeholder 15">
            <a:extLst>
              <a:ext uri="{FF2B5EF4-FFF2-40B4-BE49-F238E27FC236}">
                <a16:creationId xmlns:a16="http://schemas.microsoft.com/office/drawing/2014/main" id="{CD06C66D-CFA0-9B4B-8F90-2B01B8C524BE}"/>
              </a:ext>
            </a:extLst>
          </p:cNvPr>
          <p:cNvSpPr>
            <a:spLocks noGrp="1"/>
          </p:cNvSpPr>
          <p:nvPr>
            <p:ph type="pic" sz="quarter" idx="49" hasCustomPrompt="1"/>
          </p:nvPr>
        </p:nvSpPr>
        <p:spPr>
          <a:xfrm>
            <a:off x="7323970" y="270949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5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Add</a:t>
            </a:r>
          </a:p>
          <a:p>
            <a:pPr marL="266700" lvl="0" indent="-266700" algn="ctr"/>
            <a:r>
              <a:rPr lang="en-US" noProof="0" dirty="0"/>
              <a:t>Picture</a:t>
            </a:r>
          </a:p>
        </p:txBody>
      </p:sp>
      <p:sp>
        <p:nvSpPr>
          <p:cNvPr id="11" name="Text Placeholder 8">
            <a:extLst>
              <a:ext uri="{FF2B5EF4-FFF2-40B4-BE49-F238E27FC236}">
                <a16:creationId xmlns:a16="http://schemas.microsoft.com/office/drawing/2014/main" id="{2C2CF09F-AE9E-47DD-899E-02CEAEFE3CC1}"/>
              </a:ext>
            </a:extLst>
          </p:cNvPr>
          <p:cNvSpPr>
            <a:spLocks noGrp="1"/>
          </p:cNvSpPr>
          <p:nvPr>
            <p:ph type="body" sz="quarter" idx="35" hasCustomPrompt="1"/>
          </p:nvPr>
        </p:nvSpPr>
        <p:spPr>
          <a:xfrm>
            <a:off x="6827118" y="3971432"/>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2" name="Text Placeholder 10">
            <a:extLst>
              <a:ext uri="{FF2B5EF4-FFF2-40B4-BE49-F238E27FC236}">
                <a16:creationId xmlns:a16="http://schemas.microsoft.com/office/drawing/2014/main" id="{7AA959D8-F91C-4891-A16D-51CF31166B71}"/>
              </a:ext>
            </a:extLst>
          </p:cNvPr>
          <p:cNvSpPr>
            <a:spLocks noGrp="1"/>
          </p:cNvSpPr>
          <p:nvPr>
            <p:ph type="body" sz="quarter" idx="36" hasCustomPrompt="1"/>
          </p:nvPr>
        </p:nvSpPr>
        <p:spPr>
          <a:xfrm>
            <a:off x="6827118" y="4471987"/>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16" name="Slide Number Placeholder 6">
            <a:extLst>
              <a:ext uri="{FF2B5EF4-FFF2-40B4-BE49-F238E27FC236}">
                <a16:creationId xmlns:a16="http://schemas.microsoft.com/office/drawing/2014/main" id="{10C57817-9ECE-F147-BBDB-760FAF41C8E8}"/>
              </a:ext>
            </a:extLst>
          </p:cNvPr>
          <p:cNvSpPr>
            <a:spLocks noGrp="1"/>
          </p:cNvSpPr>
          <p:nvPr>
            <p:ph type="sldNum" sz="quarter" idx="44"/>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9311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rge Numbers Option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673AE6F-1F65-4C50-B8BB-3CE8E3C02F5E}"/>
              </a:ext>
            </a:extLst>
          </p:cNvPr>
          <p:cNvSpPr>
            <a:spLocks noGrp="1"/>
          </p:cNvSpPr>
          <p:nvPr>
            <p:ph type="title"/>
          </p:nvPr>
        </p:nvSpPr>
        <p:spPr>
          <a:xfrm>
            <a:off x="432000" y="432000"/>
            <a:ext cx="10143235" cy="432000"/>
          </a:xfrm>
        </p:spPr>
        <p:txBody>
          <a:bodyPr/>
          <a:lstStyle/>
          <a:p>
            <a:r>
              <a:rPr lang="en-US" noProof="0"/>
              <a:t>Click to edit Master title style</a:t>
            </a:r>
          </a:p>
        </p:txBody>
      </p:sp>
      <p:sp>
        <p:nvSpPr>
          <p:cNvPr id="14" name="Text Placeholder 4">
            <a:extLst>
              <a:ext uri="{FF2B5EF4-FFF2-40B4-BE49-F238E27FC236}">
                <a16:creationId xmlns:a16="http://schemas.microsoft.com/office/drawing/2014/main" id="{C0299E33-978D-4B8A-9AC7-FC3F151DAC3D}"/>
              </a:ext>
            </a:extLst>
          </p:cNvPr>
          <p:cNvSpPr>
            <a:spLocks noGrp="1"/>
          </p:cNvSpPr>
          <p:nvPr>
            <p:ph type="body" sz="quarter" idx="17" hasCustomPrompt="1"/>
          </p:nvPr>
        </p:nvSpPr>
        <p:spPr>
          <a:xfrm>
            <a:off x="431800" y="1008000"/>
            <a:ext cx="10144125"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Text Placeholder 2">
            <a:extLst>
              <a:ext uri="{FF2B5EF4-FFF2-40B4-BE49-F238E27FC236}">
                <a16:creationId xmlns:a16="http://schemas.microsoft.com/office/drawing/2014/main" id="{9322B50D-6A7D-41C6-BA57-613BC231DF36}"/>
              </a:ext>
            </a:extLst>
          </p:cNvPr>
          <p:cNvSpPr>
            <a:spLocks noGrp="1"/>
          </p:cNvSpPr>
          <p:nvPr>
            <p:ph type="body" idx="1" hasCustomPrompt="1"/>
          </p:nvPr>
        </p:nvSpPr>
        <p:spPr>
          <a:xfrm>
            <a:off x="1616210" y="2143124"/>
            <a:ext cx="3069500" cy="997168"/>
          </a:xfrm>
        </p:spPr>
        <p:txBody>
          <a:bodyPr anchor="t"/>
          <a:lstStyle>
            <a:lvl1pPr marL="0" indent="0">
              <a:lnSpc>
                <a:spcPts val="7200"/>
              </a:lnSpc>
              <a:buNone/>
              <a:defRPr sz="7200" b="1">
                <a:solidFill>
                  <a:schemeClr val="tx1">
                    <a:lumMod val="75000"/>
                    <a:lumOff val="25000"/>
                  </a:schemeClr>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1</a:t>
            </a:r>
          </a:p>
        </p:txBody>
      </p:sp>
      <p:sp>
        <p:nvSpPr>
          <p:cNvPr id="4" name="Content Placeholder 3">
            <a:extLst>
              <a:ext uri="{FF2B5EF4-FFF2-40B4-BE49-F238E27FC236}">
                <a16:creationId xmlns:a16="http://schemas.microsoft.com/office/drawing/2014/main" id="{9FD584DA-F775-47B8-A1D7-6556AD5FCBD2}"/>
              </a:ext>
            </a:extLst>
          </p:cNvPr>
          <p:cNvSpPr>
            <a:spLocks noGrp="1"/>
          </p:cNvSpPr>
          <p:nvPr>
            <p:ph sz="half" idx="2" hasCustomPrompt="1"/>
          </p:nvPr>
        </p:nvSpPr>
        <p:spPr>
          <a:xfrm>
            <a:off x="1631968" y="3314505"/>
            <a:ext cx="3069500" cy="3051905"/>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11">
            <a:extLst>
              <a:ext uri="{FF2B5EF4-FFF2-40B4-BE49-F238E27FC236}">
                <a16:creationId xmlns:a16="http://schemas.microsoft.com/office/drawing/2014/main" id="{78A963F8-6F6E-440E-B3B3-DDE13C083A36}"/>
              </a:ext>
            </a:extLst>
          </p:cNvPr>
          <p:cNvSpPr>
            <a:spLocks noGrp="1"/>
          </p:cNvSpPr>
          <p:nvPr>
            <p:ph type="body" sz="quarter" idx="13" hasCustomPrompt="1"/>
          </p:nvPr>
        </p:nvSpPr>
        <p:spPr>
          <a:xfrm>
            <a:off x="6753360" y="2143124"/>
            <a:ext cx="3069500" cy="1008000"/>
          </a:xfrm>
        </p:spPr>
        <p:txBody>
          <a:bodyPr anchor="t"/>
          <a:lstStyle>
            <a:lvl1pPr marL="0" indent="0">
              <a:lnSpc>
                <a:spcPts val="7200"/>
              </a:lnSpc>
              <a:buNone/>
              <a:defRPr sz="7200" b="1">
                <a:solidFill>
                  <a:schemeClr val="tx1">
                    <a:lumMod val="75000"/>
                    <a:lumOff val="25000"/>
                  </a:schemeClr>
                </a:solidFill>
                <a:latin typeface="+mj-lt"/>
                <a:cs typeface="Arial" panose="020B0604020202020204" pitchFamily="34" charset="0"/>
              </a:defRPr>
            </a:lvl1pPr>
          </a:lstStyle>
          <a:p>
            <a:pPr lvl="0"/>
            <a:r>
              <a:rPr lang="en-US" noProof="0"/>
              <a:t>2</a:t>
            </a:r>
          </a:p>
        </p:txBody>
      </p:sp>
      <p:sp>
        <p:nvSpPr>
          <p:cNvPr id="8" name="Text Placeholder 7">
            <a:extLst>
              <a:ext uri="{FF2B5EF4-FFF2-40B4-BE49-F238E27FC236}">
                <a16:creationId xmlns:a16="http://schemas.microsoft.com/office/drawing/2014/main" id="{DF0A5256-B267-47DA-858A-0F3867CB6139}"/>
              </a:ext>
            </a:extLst>
          </p:cNvPr>
          <p:cNvSpPr>
            <a:spLocks noGrp="1"/>
          </p:cNvSpPr>
          <p:nvPr>
            <p:ph type="body" sz="quarter" idx="12" hasCustomPrompt="1"/>
          </p:nvPr>
        </p:nvSpPr>
        <p:spPr>
          <a:xfrm>
            <a:off x="6753360" y="3314701"/>
            <a:ext cx="3069500" cy="3051192"/>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15" name="Slide Number Placeholder 6">
            <a:extLst>
              <a:ext uri="{FF2B5EF4-FFF2-40B4-BE49-F238E27FC236}">
                <a16:creationId xmlns:a16="http://schemas.microsoft.com/office/drawing/2014/main" id="{03A8A6E9-DFE7-C84C-8C6D-E32D8A663AA6}"/>
              </a:ext>
            </a:extLst>
          </p:cNvPr>
          <p:cNvSpPr>
            <a:spLocks noGrp="1"/>
          </p:cNvSpPr>
          <p:nvPr>
            <p:ph type="sldNum" sz="quarter" idx="18"/>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472371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rge Numbers Opt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defRPr>
                <a:solidFill>
                  <a:schemeClr val="tx1">
                    <a:lumMod val="75000"/>
                    <a:lumOff val="25000"/>
                  </a:schemeClr>
                </a:solidFill>
              </a:defRPr>
            </a:lvl1pPr>
          </a:lstStyle>
          <a:p>
            <a:r>
              <a:rPr lang="en-US" noProof="0"/>
              <a:t>Click to edit Master title style</a:t>
            </a:r>
          </a:p>
        </p:txBody>
      </p:sp>
      <p:sp>
        <p:nvSpPr>
          <p:cNvPr id="5" name="Text Placeholder 4">
            <a:extLst>
              <a:ext uri="{FF2B5EF4-FFF2-40B4-BE49-F238E27FC236}">
                <a16:creationId xmlns:a16="http://schemas.microsoft.com/office/drawing/2014/main" id="{D52B871F-F800-4B02-8408-FF5D438CFEC4}"/>
              </a:ext>
            </a:extLst>
          </p:cNvPr>
          <p:cNvSpPr>
            <a:spLocks noGrp="1"/>
          </p:cNvSpPr>
          <p:nvPr>
            <p:ph type="body" sz="quarter" idx="13" hasCustomPrompt="1"/>
          </p:nvPr>
        </p:nvSpPr>
        <p:spPr>
          <a:xfrm>
            <a:off x="431800" y="1008000"/>
            <a:ext cx="10144125"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6" name="Text Placeholder 3">
            <a:extLst>
              <a:ext uri="{FF2B5EF4-FFF2-40B4-BE49-F238E27FC236}">
                <a16:creationId xmlns:a16="http://schemas.microsoft.com/office/drawing/2014/main" id="{AD3903B4-7169-4D4B-A4EE-98E908F47924}"/>
              </a:ext>
            </a:extLst>
          </p:cNvPr>
          <p:cNvSpPr>
            <a:spLocks noGrp="1"/>
          </p:cNvSpPr>
          <p:nvPr>
            <p:ph type="body" sz="quarter" idx="27" hasCustomPrompt="1"/>
          </p:nvPr>
        </p:nvSpPr>
        <p:spPr>
          <a:xfrm>
            <a:off x="431800" y="1593150"/>
            <a:ext cx="4348065" cy="4348065"/>
          </a:xfrm>
          <a:prstGeom prst="ellipse">
            <a:avLst/>
          </a:prstGeom>
          <a:solidFill>
            <a:schemeClr val="accent1">
              <a:alpha val="10000"/>
            </a:schemeClr>
          </a:solidFill>
          <a:ln>
            <a:solidFill>
              <a:schemeClr val="accent1"/>
            </a:solidFill>
          </a:ln>
        </p:spPr>
        <p:txBody>
          <a:bodyPr anchor="ctr"/>
          <a:lstStyle>
            <a:lvl1pPr marL="0" indent="0" algn="ctr">
              <a:buNone/>
              <a:defRPr sz="1800">
                <a:solidFill>
                  <a:schemeClr val="tx1">
                    <a:lumMod val="75000"/>
                    <a:lumOff val="25000"/>
                  </a:schemeClr>
                </a:solidFill>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Section Header</a:t>
            </a:r>
          </a:p>
        </p:txBody>
      </p:sp>
      <p:sp>
        <p:nvSpPr>
          <p:cNvPr id="10" name="Text Placeholder 3">
            <a:extLst>
              <a:ext uri="{FF2B5EF4-FFF2-40B4-BE49-F238E27FC236}">
                <a16:creationId xmlns:a16="http://schemas.microsoft.com/office/drawing/2014/main" id="{96BEA54F-1538-4369-953E-48143E778A0C}"/>
              </a:ext>
            </a:extLst>
          </p:cNvPr>
          <p:cNvSpPr>
            <a:spLocks noGrp="1"/>
          </p:cNvSpPr>
          <p:nvPr>
            <p:ph type="body" sz="quarter" idx="30" hasCustomPrompt="1"/>
          </p:nvPr>
        </p:nvSpPr>
        <p:spPr>
          <a:xfrm>
            <a:off x="1200023" y="2205688"/>
            <a:ext cx="2811618" cy="1440000"/>
          </a:xfrm>
          <a:prstGeom prst="rect">
            <a:avLst/>
          </a:prstGeom>
          <a:noFill/>
        </p:spPr>
        <p:txBody>
          <a:bodyPr anchor="b"/>
          <a:lstStyle>
            <a:lvl1pPr marL="0" indent="0" algn="ctr">
              <a:spcBef>
                <a:spcPts val="0"/>
              </a:spcBef>
              <a:spcAft>
                <a:spcPts val="0"/>
              </a:spcAft>
              <a:buNone/>
              <a:defRPr sz="6600" b="1">
                <a:solidFill>
                  <a:schemeClr val="tx1">
                    <a:lumMod val="75000"/>
                    <a:lumOff val="25000"/>
                  </a:schemeClr>
                </a:solidFill>
                <a:latin typeface="+mj-lt"/>
                <a:cs typeface="Arial" panose="020B0604020202020204" pitchFamily="34" charset="0"/>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1</a:t>
            </a:r>
          </a:p>
        </p:txBody>
      </p:sp>
      <p:sp>
        <p:nvSpPr>
          <p:cNvPr id="13" name="Content Placeholder 3">
            <a:extLst>
              <a:ext uri="{FF2B5EF4-FFF2-40B4-BE49-F238E27FC236}">
                <a16:creationId xmlns:a16="http://schemas.microsoft.com/office/drawing/2014/main" id="{A7461332-515F-423E-992A-19C7845D0A7E}"/>
              </a:ext>
            </a:extLst>
          </p:cNvPr>
          <p:cNvSpPr>
            <a:spLocks noGrp="1"/>
          </p:cNvSpPr>
          <p:nvPr>
            <p:ph sz="half" idx="2" hasCustomPrompt="1"/>
          </p:nvPr>
        </p:nvSpPr>
        <p:spPr>
          <a:xfrm>
            <a:off x="1615832" y="4243333"/>
            <a:ext cx="1980000" cy="720000"/>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Section Description</a:t>
            </a:r>
          </a:p>
        </p:txBody>
      </p:sp>
      <p:sp>
        <p:nvSpPr>
          <p:cNvPr id="8" name="Text Placeholder 9">
            <a:extLst>
              <a:ext uri="{FF2B5EF4-FFF2-40B4-BE49-F238E27FC236}">
                <a16:creationId xmlns:a16="http://schemas.microsoft.com/office/drawing/2014/main" id="{35BD4359-D385-4BCD-B33E-EF9B611693CD}"/>
              </a:ext>
            </a:extLst>
          </p:cNvPr>
          <p:cNvSpPr>
            <a:spLocks noGrp="1"/>
          </p:cNvSpPr>
          <p:nvPr>
            <p:ph type="body" sz="quarter" idx="28" hasCustomPrompt="1"/>
          </p:nvPr>
        </p:nvSpPr>
        <p:spPr>
          <a:xfrm>
            <a:off x="4123559" y="1864921"/>
            <a:ext cx="3804522" cy="3804522"/>
          </a:xfrm>
          <a:prstGeom prst="ellipse">
            <a:avLst/>
          </a:prstGeom>
          <a:solidFill>
            <a:schemeClr val="accent2">
              <a:alpha val="10000"/>
            </a:schemeClr>
          </a:solidFill>
          <a:ln>
            <a:solidFill>
              <a:schemeClr val="accent2"/>
            </a:solidFill>
          </a:ln>
        </p:spPr>
        <p:txBody>
          <a:bodyPr vert="horz" lIns="0" tIns="0" rIns="0" bIns="0" rtlCol="0" anchor="ctr">
            <a:noAutofit/>
          </a:bodyPr>
          <a:lstStyle>
            <a:lvl1pPr marL="0" indent="0" algn="ctr">
              <a:buNone/>
              <a:defRPr lang="en-ZA" sz="1800" dirty="0">
                <a:solidFill>
                  <a:schemeClr val="tx1">
                    <a:lumMod val="75000"/>
                    <a:lumOff val="25000"/>
                  </a:schemeClr>
                </a:solidFill>
              </a:defRPr>
            </a:lvl1pPr>
          </a:lstStyle>
          <a:p>
            <a:pPr marL="266700" lvl="0" indent="-266700" algn="ctr"/>
            <a:r>
              <a:rPr lang="en-US" noProof="0"/>
              <a:t>Section Header</a:t>
            </a:r>
          </a:p>
        </p:txBody>
      </p:sp>
      <p:sp>
        <p:nvSpPr>
          <p:cNvPr id="11" name="Text Placeholder 9">
            <a:extLst>
              <a:ext uri="{FF2B5EF4-FFF2-40B4-BE49-F238E27FC236}">
                <a16:creationId xmlns:a16="http://schemas.microsoft.com/office/drawing/2014/main" id="{75AB5322-7A21-47FE-92DA-8B0C974F8FB4}"/>
              </a:ext>
            </a:extLst>
          </p:cNvPr>
          <p:cNvSpPr>
            <a:spLocks noGrp="1"/>
          </p:cNvSpPr>
          <p:nvPr>
            <p:ph type="body" sz="quarter" idx="31" hasCustomPrompt="1"/>
          </p:nvPr>
        </p:nvSpPr>
        <p:spPr>
          <a:xfrm>
            <a:off x="4620011" y="2205688"/>
            <a:ext cx="2811618" cy="1440000"/>
          </a:xfrm>
          <a:prstGeom prst="rect">
            <a:avLst/>
          </a:prstGeom>
          <a:noFill/>
        </p:spPr>
        <p:txBody>
          <a:bodyPr vert="horz" lIns="0" tIns="0" rIns="0" bIns="0" rtlCol="0" anchor="b">
            <a:noAutofit/>
          </a:bodyPr>
          <a:lstStyle>
            <a:lvl1pPr marL="0" indent="0" algn="ctr">
              <a:spcBef>
                <a:spcPts val="0"/>
              </a:spcBef>
              <a:spcAft>
                <a:spcPts val="0"/>
              </a:spcAft>
              <a:buNone/>
              <a:defRPr lang="en-ZA" sz="6600" b="1" dirty="0">
                <a:solidFill>
                  <a:schemeClr val="tx1">
                    <a:lumMod val="75000"/>
                    <a:lumOff val="25000"/>
                  </a:schemeClr>
                </a:solidFill>
                <a:latin typeface="+mj-lt"/>
                <a:cs typeface="Arial" panose="020B0604020202020204" pitchFamily="34" charset="0"/>
              </a:defRPr>
            </a:lvl1pPr>
          </a:lstStyle>
          <a:p>
            <a:pPr marL="266700" lvl="0" indent="-266700" algn="ctr"/>
            <a:r>
              <a:rPr lang="en-US" noProof="0"/>
              <a:t>2</a:t>
            </a:r>
          </a:p>
        </p:txBody>
      </p:sp>
      <p:sp>
        <p:nvSpPr>
          <p:cNvPr id="14" name="Text Placeholder 5">
            <a:extLst>
              <a:ext uri="{FF2B5EF4-FFF2-40B4-BE49-F238E27FC236}">
                <a16:creationId xmlns:a16="http://schemas.microsoft.com/office/drawing/2014/main" id="{C63BF992-768D-4119-8D4A-65B4E8FF04E5}"/>
              </a:ext>
            </a:extLst>
          </p:cNvPr>
          <p:cNvSpPr>
            <a:spLocks noGrp="1"/>
          </p:cNvSpPr>
          <p:nvPr>
            <p:ph type="body" sz="quarter" idx="33" hasCustomPrompt="1"/>
          </p:nvPr>
        </p:nvSpPr>
        <p:spPr>
          <a:xfrm>
            <a:off x="5035820" y="4243333"/>
            <a:ext cx="1980000" cy="720000"/>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Section Description</a:t>
            </a:r>
          </a:p>
        </p:txBody>
      </p:sp>
      <p:sp>
        <p:nvSpPr>
          <p:cNvPr id="9" name="Text Placeholder 9">
            <a:extLst>
              <a:ext uri="{FF2B5EF4-FFF2-40B4-BE49-F238E27FC236}">
                <a16:creationId xmlns:a16="http://schemas.microsoft.com/office/drawing/2014/main" id="{760B0B05-57EC-42F8-B1E3-6386C1E9C600}"/>
              </a:ext>
            </a:extLst>
          </p:cNvPr>
          <p:cNvSpPr>
            <a:spLocks noGrp="1"/>
          </p:cNvSpPr>
          <p:nvPr>
            <p:ph type="body" sz="quarter" idx="29" hasCustomPrompt="1"/>
          </p:nvPr>
        </p:nvSpPr>
        <p:spPr>
          <a:xfrm>
            <a:off x="7454997" y="2207063"/>
            <a:ext cx="3120238" cy="3120238"/>
          </a:xfrm>
          <a:prstGeom prst="ellipse">
            <a:avLst/>
          </a:prstGeom>
          <a:solidFill>
            <a:schemeClr val="accent3">
              <a:alpha val="10000"/>
            </a:schemeClr>
          </a:solidFill>
          <a:ln>
            <a:solidFill>
              <a:schemeClr val="accent3"/>
            </a:solidFill>
          </a:ln>
        </p:spPr>
        <p:txBody>
          <a:bodyPr vert="horz" lIns="0" tIns="0" rIns="0" bIns="0" rtlCol="0" anchor="ctr">
            <a:noAutofit/>
          </a:bodyPr>
          <a:lstStyle>
            <a:lvl1pPr marL="0" indent="0" algn="ctr">
              <a:buNone/>
              <a:defRPr lang="en-ZA" sz="1800" dirty="0">
                <a:solidFill>
                  <a:schemeClr val="tx1">
                    <a:lumMod val="75000"/>
                    <a:lumOff val="25000"/>
                  </a:schemeClr>
                </a:solidFill>
              </a:defRPr>
            </a:lvl1pPr>
          </a:lstStyle>
          <a:p>
            <a:pPr marL="266700" lvl="0" indent="-266700" algn="ctr"/>
            <a:r>
              <a:rPr lang="en-US" noProof="0"/>
              <a:t>Section Header</a:t>
            </a:r>
          </a:p>
        </p:txBody>
      </p:sp>
      <p:sp>
        <p:nvSpPr>
          <p:cNvPr id="12" name="Text Placeholder 9">
            <a:extLst>
              <a:ext uri="{FF2B5EF4-FFF2-40B4-BE49-F238E27FC236}">
                <a16:creationId xmlns:a16="http://schemas.microsoft.com/office/drawing/2014/main" id="{A68AE188-594C-409F-8B57-C0CFFAFC9AB8}"/>
              </a:ext>
            </a:extLst>
          </p:cNvPr>
          <p:cNvSpPr>
            <a:spLocks noGrp="1"/>
          </p:cNvSpPr>
          <p:nvPr>
            <p:ph type="body" sz="quarter" idx="32" hasCustomPrompt="1"/>
          </p:nvPr>
        </p:nvSpPr>
        <p:spPr>
          <a:xfrm>
            <a:off x="7763617" y="2205688"/>
            <a:ext cx="2597043" cy="1440000"/>
          </a:xfrm>
          <a:prstGeom prst="rect">
            <a:avLst/>
          </a:prstGeom>
          <a:noFill/>
        </p:spPr>
        <p:txBody>
          <a:bodyPr vert="horz" lIns="0" tIns="0" rIns="0" bIns="0" rtlCol="0" anchor="b">
            <a:noAutofit/>
          </a:bodyPr>
          <a:lstStyle>
            <a:lvl1pPr marL="0" indent="0" algn="ctr">
              <a:spcBef>
                <a:spcPts val="0"/>
              </a:spcBef>
              <a:spcAft>
                <a:spcPts val="0"/>
              </a:spcAft>
              <a:buNone/>
              <a:defRPr lang="en-ZA" sz="6600" b="1" dirty="0">
                <a:solidFill>
                  <a:schemeClr val="tx1">
                    <a:lumMod val="75000"/>
                    <a:lumOff val="25000"/>
                  </a:schemeClr>
                </a:solidFill>
                <a:latin typeface="+mj-lt"/>
                <a:cs typeface="Arial" panose="020B0604020202020204" pitchFamily="34" charset="0"/>
              </a:defRPr>
            </a:lvl1pPr>
          </a:lstStyle>
          <a:p>
            <a:pPr marL="266700" lvl="0" indent="-266700" algn="ctr"/>
            <a:r>
              <a:rPr lang="en-US" noProof="0"/>
              <a:t>3</a:t>
            </a:r>
          </a:p>
        </p:txBody>
      </p:sp>
      <p:sp>
        <p:nvSpPr>
          <p:cNvPr id="15" name="Text Placeholder 9">
            <a:extLst>
              <a:ext uri="{FF2B5EF4-FFF2-40B4-BE49-F238E27FC236}">
                <a16:creationId xmlns:a16="http://schemas.microsoft.com/office/drawing/2014/main" id="{ED698B85-CFF0-4F09-8E8A-BCAEC5056233}"/>
              </a:ext>
            </a:extLst>
          </p:cNvPr>
          <p:cNvSpPr>
            <a:spLocks noGrp="1"/>
          </p:cNvSpPr>
          <p:nvPr>
            <p:ph type="body" sz="quarter" idx="34" hasCustomPrompt="1"/>
          </p:nvPr>
        </p:nvSpPr>
        <p:spPr>
          <a:xfrm>
            <a:off x="8025116" y="4243333"/>
            <a:ext cx="1980000" cy="720000"/>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Section Description</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16" name="Slide Number Placeholder 6">
            <a:extLst>
              <a:ext uri="{FF2B5EF4-FFF2-40B4-BE49-F238E27FC236}">
                <a16:creationId xmlns:a16="http://schemas.microsoft.com/office/drawing/2014/main" id="{40258D63-D809-EE49-BCDD-8D6306004AEE}"/>
              </a:ext>
            </a:extLst>
          </p:cNvPr>
          <p:cNvSpPr>
            <a:spLocks noGrp="1"/>
          </p:cNvSpPr>
          <p:nvPr>
            <p:ph type="sldNum" sz="quarter" idx="35"/>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3877649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arket Spac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defRPr>
                <a:solidFill>
                  <a:schemeClr val="tx1">
                    <a:lumMod val="75000"/>
                    <a:lumOff val="25000"/>
                  </a:schemeClr>
                </a:solidFill>
              </a:defRPr>
            </a:lvl1pPr>
          </a:lstStyle>
          <a:p>
            <a:r>
              <a:rPr lang="en-US" noProof="0"/>
              <a:t>Click to edit Master title style</a:t>
            </a:r>
          </a:p>
        </p:txBody>
      </p:sp>
      <p:cxnSp>
        <p:nvCxnSpPr>
          <p:cNvPr id="6" name="Straight Connector 5">
            <a:extLst>
              <a:ext uri="{FF2B5EF4-FFF2-40B4-BE49-F238E27FC236}">
                <a16:creationId xmlns:a16="http://schemas.microsoft.com/office/drawing/2014/main" id="{E09B4ACC-E72E-450B-88FA-710ECDE6548D}"/>
              </a:ext>
            </a:extLst>
          </p:cNvPr>
          <p:cNvCxnSpPr/>
          <p:nvPr userDrawn="1"/>
        </p:nvCxnSpPr>
        <p:spPr>
          <a:xfrm>
            <a:off x="5503617" y="1406251"/>
            <a:ext cx="0" cy="4493319"/>
          </a:xfrm>
          <a:prstGeom prst="line">
            <a:avLst/>
          </a:prstGeom>
          <a:ln>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1419610-8183-4044-A08A-8F6940C6AC9B}"/>
              </a:ext>
            </a:extLst>
          </p:cNvPr>
          <p:cNvCxnSpPr>
            <a:cxnSpLocks/>
          </p:cNvCxnSpPr>
          <p:nvPr userDrawn="1"/>
        </p:nvCxnSpPr>
        <p:spPr>
          <a:xfrm flipH="1">
            <a:off x="432000" y="3652910"/>
            <a:ext cx="10143235" cy="0"/>
          </a:xfrm>
          <a:prstGeom prst="line">
            <a:avLst/>
          </a:prstGeom>
          <a:ln>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Text Placeholder 5">
            <a:extLst>
              <a:ext uri="{FF2B5EF4-FFF2-40B4-BE49-F238E27FC236}">
                <a16:creationId xmlns:a16="http://schemas.microsoft.com/office/drawing/2014/main" id="{C28012CA-9AC6-43EF-965E-2A6886FA2CF8}"/>
              </a:ext>
            </a:extLst>
          </p:cNvPr>
          <p:cNvSpPr>
            <a:spLocks noGrp="1"/>
          </p:cNvSpPr>
          <p:nvPr>
            <p:ph type="body" sz="quarter" idx="14" hasCustomPrompt="1"/>
          </p:nvPr>
        </p:nvSpPr>
        <p:spPr>
          <a:xfrm>
            <a:off x="4513617" y="1069941"/>
            <a:ext cx="1980000" cy="252000"/>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Quadrant Title</a:t>
            </a:r>
          </a:p>
        </p:txBody>
      </p:sp>
      <p:sp>
        <p:nvSpPr>
          <p:cNvPr id="10" name="Text Placeholder 5">
            <a:extLst>
              <a:ext uri="{FF2B5EF4-FFF2-40B4-BE49-F238E27FC236}">
                <a16:creationId xmlns:a16="http://schemas.microsoft.com/office/drawing/2014/main" id="{C5861664-5B54-4F47-BF93-4FC02E6A1BC2}"/>
              </a:ext>
            </a:extLst>
          </p:cNvPr>
          <p:cNvSpPr>
            <a:spLocks noGrp="1"/>
          </p:cNvSpPr>
          <p:nvPr>
            <p:ph type="body" sz="quarter" idx="15" hasCustomPrompt="1"/>
          </p:nvPr>
        </p:nvSpPr>
        <p:spPr>
          <a:xfrm>
            <a:off x="4513617" y="5983879"/>
            <a:ext cx="1980000" cy="252000"/>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Quadrant Title</a:t>
            </a:r>
          </a:p>
        </p:txBody>
      </p:sp>
      <p:sp>
        <p:nvSpPr>
          <p:cNvPr id="11" name="Text Placeholder 5">
            <a:extLst>
              <a:ext uri="{FF2B5EF4-FFF2-40B4-BE49-F238E27FC236}">
                <a16:creationId xmlns:a16="http://schemas.microsoft.com/office/drawing/2014/main" id="{1C13C39D-FED7-4CC0-A4B2-3813B16FF308}"/>
              </a:ext>
            </a:extLst>
          </p:cNvPr>
          <p:cNvSpPr>
            <a:spLocks noGrp="1"/>
          </p:cNvSpPr>
          <p:nvPr>
            <p:ph type="body" sz="quarter" idx="16" hasCustomPrompt="1"/>
          </p:nvPr>
        </p:nvSpPr>
        <p:spPr>
          <a:xfrm>
            <a:off x="432000" y="3354600"/>
            <a:ext cx="1980000" cy="252000"/>
          </a:xfrm>
        </p:spPr>
        <p:txBody>
          <a:bodyPr/>
          <a:lstStyle>
            <a:lvl1pPr marL="0" indent="0" algn="l">
              <a:buFont typeface="Arial" panose="020B0604020202020204" pitchFamily="34" charset="0"/>
              <a:buNone/>
              <a:defRPr sz="1400">
                <a:solidFill>
                  <a:schemeClr val="tx1">
                    <a:lumMod val="75000"/>
                    <a:lumOff val="25000"/>
                  </a:schemeClr>
                </a:solidFill>
              </a:defRPr>
            </a:lvl1pPr>
          </a:lstStyle>
          <a:p>
            <a:pPr lvl="0"/>
            <a:r>
              <a:rPr lang="en-US" noProof="0"/>
              <a:t>Quadrant Title</a:t>
            </a:r>
          </a:p>
        </p:txBody>
      </p:sp>
      <p:sp>
        <p:nvSpPr>
          <p:cNvPr id="12" name="Text Placeholder 5">
            <a:extLst>
              <a:ext uri="{FF2B5EF4-FFF2-40B4-BE49-F238E27FC236}">
                <a16:creationId xmlns:a16="http://schemas.microsoft.com/office/drawing/2014/main" id="{056B4554-0DA9-4087-850E-209049BEFC4B}"/>
              </a:ext>
            </a:extLst>
          </p:cNvPr>
          <p:cNvSpPr>
            <a:spLocks noGrp="1"/>
          </p:cNvSpPr>
          <p:nvPr>
            <p:ph type="body" sz="quarter" idx="17" hasCustomPrompt="1"/>
          </p:nvPr>
        </p:nvSpPr>
        <p:spPr>
          <a:xfrm>
            <a:off x="8595235" y="3354600"/>
            <a:ext cx="1980000" cy="252000"/>
          </a:xfrm>
        </p:spPr>
        <p:txBody>
          <a:bodyPr/>
          <a:lstStyle>
            <a:lvl1pPr marL="0" indent="0" algn="r">
              <a:buFont typeface="Arial" panose="020B0604020202020204" pitchFamily="34" charset="0"/>
              <a:buNone/>
              <a:defRPr sz="1400">
                <a:solidFill>
                  <a:schemeClr val="tx1">
                    <a:lumMod val="75000"/>
                    <a:lumOff val="25000"/>
                  </a:schemeClr>
                </a:solidFill>
              </a:defRPr>
            </a:lvl1pPr>
          </a:lstStyle>
          <a:p>
            <a:pPr lvl="0"/>
            <a:r>
              <a:rPr lang="en-US" noProof="0"/>
              <a:t>Quadrant Title</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13" name="Slide Number Placeholder 6">
            <a:extLst>
              <a:ext uri="{FF2B5EF4-FFF2-40B4-BE49-F238E27FC236}">
                <a16:creationId xmlns:a16="http://schemas.microsoft.com/office/drawing/2014/main" id="{AA059022-81BB-3141-9DC1-6E855A13A2D0}"/>
              </a:ext>
            </a:extLst>
          </p:cNvPr>
          <p:cNvSpPr>
            <a:spLocks noGrp="1"/>
          </p:cNvSpPr>
          <p:nvPr>
            <p:ph type="sldNum" sz="quarter" idx="18"/>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24303661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 Box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a:xfrm>
            <a:off x="432000" y="432000"/>
            <a:ext cx="10143235" cy="432000"/>
          </a:xfrm>
        </p:spPr>
        <p:txBody>
          <a:bodyPr/>
          <a:lstStyle>
            <a:lvl1pPr>
              <a:defRPr>
                <a:solidFill>
                  <a:schemeClr val="tx1">
                    <a:lumMod val="75000"/>
                    <a:lumOff val="25000"/>
                  </a:schemeClr>
                </a:solidFill>
              </a:defRPr>
            </a:lvl1pPr>
          </a:lstStyle>
          <a:p>
            <a:r>
              <a:rPr lang="en-US" noProof="0"/>
              <a:t>Click to edit Master title style</a:t>
            </a:r>
          </a:p>
        </p:txBody>
      </p:sp>
      <p:sp>
        <p:nvSpPr>
          <p:cNvPr id="5" name="Text Placeholder 4">
            <a:extLst>
              <a:ext uri="{FF2B5EF4-FFF2-40B4-BE49-F238E27FC236}">
                <a16:creationId xmlns:a16="http://schemas.microsoft.com/office/drawing/2014/main" id="{D52B871F-F800-4B02-8408-FF5D438CFEC4}"/>
              </a:ext>
            </a:extLst>
          </p:cNvPr>
          <p:cNvSpPr>
            <a:spLocks noGrp="1"/>
          </p:cNvSpPr>
          <p:nvPr>
            <p:ph type="body" sz="quarter" idx="13" hasCustomPrompt="1"/>
          </p:nvPr>
        </p:nvSpPr>
        <p:spPr>
          <a:xfrm>
            <a:off x="431800" y="1008000"/>
            <a:ext cx="10144125"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10" name="Content Placeholder 2">
            <a:extLst>
              <a:ext uri="{FF2B5EF4-FFF2-40B4-BE49-F238E27FC236}">
                <a16:creationId xmlns:a16="http://schemas.microsoft.com/office/drawing/2014/main" id="{553B9F09-9E9C-4307-BB4B-33A20282D9A2}"/>
              </a:ext>
            </a:extLst>
          </p:cNvPr>
          <p:cNvSpPr>
            <a:spLocks noGrp="1"/>
          </p:cNvSpPr>
          <p:nvPr>
            <p:ph idx="1" hasCustomPrompt="1"/>
          </p:nvPr>
        </p:nvSpPr>
        <p:spPr>
          <a:xfrm>
            <a:off x="432000" y="1728000"/>
            <a:ext cx="2919633" cy="720000"/>
          </a:xfrm>
          <a:solidFill>
            <a:schemeClr val="tx1">
              <a:lumMod val="75000"/>
              <a:lumOff val="25000"/>
            </a:schemeClr>
          </a:solidFill>
          <a:ln w="28575">
            <a:solidFill>
              <a:schemeClr val="accent1"/>
            </a:solidFill>
          </a:ln>
        </p:spPr>
        <p:txBody>
          <a:bodyPr lIns="108000" tIns="36000" rIns="108000" bIns="36000" anchor="ctr"/>
          <a:lstStyle>
            <a:lvl1pPr marL="0" indent="0" algn="ctr">
              <a:buNone/>
              <a:defRPr>
                <a:solidFill>
                  <a:schemeClr val="bg1"/>
                </a:solidFill>
              </a:defRPr>
            </a:lvl1pPr>
          </a:lstStyle>
          <a:p>
            <a:pPr lvl="0"/>
            <a:r>
              <a:rPr lang="en-US" noProof="0"/>
              <a:t>Section 1 Title</a:t>
            </a:r>
          </a:p>
        </p:txBody>
      </p:sp>
      <p:sp>
        <p:nvSpPr>
          <p:cNvPr id="6" name="Content Placeholder 2">
            <a:extLst>
              <a:ext uri="{FF2B5EF4-FFF2-40B4-BE49-F238E27FC236}">
                <a16:creationId xmlns:a16="http://schemas.microsoft.com/office/drawing/2014/main" id="{D79DF38F-893A-4CE0-B168-9FAA1D01B8D7}"/>
              </a:ext>
            </a:extLst>
          </p:cNvPr>
          <p:cNvSpPr>
            <a:spLocks noGrp="1"/>
          </p:cNvSpPr>
          <p:nvPr>
            <p:ph idx="14" hasCustomPrompt="1"/>
          </p:nvPr>
        </p:nvSpPr>
        <p:spPr>
          <a:xfrm>
            <a:off x="432000" y="2448000"/>
            <a:ext cx="2919633" cy="3631338"/>
          </a:xfrm>
          <a:solidFill>
            <a:schemeClr val="bg1"/>
          </a:solidFill>
          <a:ln>
            <a:solidFill>
              <a:schemeClr val="bg1">
                <a:lumMod val="85000"/>
              </a:schemeClr>
            </a:solidFill>
          </a:ln>
        </p:spPr>
        <p:txBody>
          <a:bodyPr lIns="136800" tIns="252000" rIns="136800"/>
          <a:lstStyle>
            <a:lvl1pPr marL="266700" indent="-266700">
              <a:buClr>
                <a:schemeClr val="tx1">
                  <a:lumMod val="75000"/>
                  <a:lumOff val="25000"/>
                </a:schemeClr>
              </a:buClr>
              <a:buFont typeface="Arial" panose="020B0604020202020204" pitchFamily="34" charset="0"/>
              <a:buChar char="•"/>
              <a:defRPr/>
            </a:lvl1pPr>
            <a:lvl2pPr>
              <a:buClr>
                <a:schemeClr val="tx1">
                  <a:lumMod val="75000"/>
                  <a:lumOff val="25000"/>
                </a:schemeClr>
              </a:buClr>
              <a:defRPr/>
            </a:lvl2pPr>
            <a:lvl3pPr>
              <a:buClr>
                <a:schemeClr val="tx1">
                  <a:lumMod val="75000"/>
                  <a:lumOff val="25000"/>
                </a:schemeClr>
              </a:buClr>
              <a:defRPr/>
            </a:lvl3pPr>
            <a:lvl4pPr>
              <a:buClr>
                <a:schemeClr val="tx1">
                  <a:lumMod val="75000"/>
                  <a:lumOff val="25000"/>
                </a:schemeClr>
              </a:buClr>
              <a:defRPr/>
            </a:lvl4pPr>
            <a:lvl5pPr>
              <a:buClr>
                <a:schemeClr val="tx1">
                  <a:lumMod val="75000"/>
                  <a:lumOff val="25000"/>
                </a:schemeClr>
              </a:buCl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Freeform: Shape 13" title="Arrow">
            <a:extLst>
              <a:ext uri="{FF2B5EF4-FFF2-40B4-BE49-F238E27FC236}">
                <a16:creationId xmlns:a16="http://schemas.microsoft.com/office/drawing/2014/main" id="{02DBE11B-8F8E-48E5-9449-E6E9E355DA0F}"/>
              </a:ext>
            </a:extLst>
          </p:cNvPr>
          <p:cNvSpPr/>
          <p:nvPr userDrawn="1"/>
        </p:nvSpPr>
        <p:spPr>
          <a:xfrm flipH="1">
            <a:off x="3570526" y="1945687"/>
            <a:ext cx="254382" cy="284625"/>
          </a:xfrm>
          <a:custGeom>
            <a:avLst/>
            <a:gdLst>
              <a:gd name="connsiteX0" fmla="*/ 971574 w 1172492"/>
              <a:gd name="connsiteY0" fmla="*/ 1363 h 1311889"/>
              <a:gd name="connsiteX1" fmla="*/ 1149708 w 1172492"/>
              <a:gd name="connsiteY1" fmla="*/ 90029 h 1311889"/>
              <a:gd name="connsiteX2" fmla="*/ 1172490 w 1172492"/>
              <a:gd name="connsiteY2" fmla="*/ 157779 h 1311889"/>
              <a:gd name="connsiteX3" fmla="*/ 1171406 w 1172492"/>
              <a:gd name="connsiteY3" fmla="*/ 173319 h 1311889"/>
              <a:gd name="connsiteX4" fmla="*/ 1172000 w 1172492"/>
              <a:gd name="connsiteY4" fmla="*/ 173319 h 1311889"/>
              <a:gd name="connsiteX5" fmla="*/ 1172000 w 1172492"/>
              <a:gd name="connsiteY5" fmla="*/ 1147057 h 1311889"/>
              <a:gd name="connsiteX6" fmla="*/ 1172492 w 1172492"/>
              <a:gd name="connsiteY6" fmla="*/ 1154110 h 1311889"/>
              <a:gd name="connsiteX7" fmla="*/ 1172000 w 1172492"/>
              <a:gd name="connsiteY7" fmla="*/ 1155572 h 1311889"/>
              <a:gd name="connsiteX8" fmla="*/ 1172000 w 1172492"/>
              <a:gd name="connsiteY8" fmla="*/ 1156775 h 1311889"/>
              <a:gd name="connsiteX9" fmla="*/ 1171596 w 1172492"/>
              <a:gd name="connsiteY9" fmla="*/ 1156775 h 1311889"/>
              <a:gd name="connsiteX10" fmla="*/ 1149710 w 1172492"/>
              <a:gd name="connsiteY10" fmla="*/ 1221860 h 1311889"/>
              <a:gd name="connsiteX11" fmla="*/ 903826 w 1172492"/>
              <a:gd name="connsiteY11" fmla="*/ 1287744 h 1311889"/>
              <a:gd name="connsiteX12" fmla="*/ 88669 w 1172492"/>
              <a:gd name="connsiteY12" fmla="*/ 817113 h 1311889"/>
              <a:gd name="connsiteX13" fmla="*/ 4802 w 1172492"/>
              <a:gd name="connsiteY13" fmla="*/ 707817 h 1311889"/>
              <a:gd name="connsiteX14" fmla="*/ 2987 w 1172492"/>
              <a:gd name="connsiteY14" fmla="*/ 681795 h 1311889"/>
              <a:gd name="connsiteX15" fmla="*/ 0 w 1172492"/>
              <a:gd name="connsiteY15" fmla="*/ 672910 h 1311889"/>
              <a:gd name="connsiteX16" fmla="*/ 1184 w 1172492"/>
              <a:gd name="connsiteY16" fmla="*/ 655930 h 1311889"/>
              <a:gd name="connsiteX17" fmla="*/ 2 w 1172492"/>
              <a:gd name="connsiteY17" fmla="*/ 638979 h 1311889"/>
              <a:gd name="connsiteX18" fmla="*/ 2984 w 1172492"/>
              <a:gd name="connsiteY18" fmla="*/ 630110 h 1311889"/>
              <a:gd name="connsiteX19" fmla="*/ 4800 w 1172492"/>
              <a:gd name="connsiteY19" fmla="*/ 604073 h 1311889"/>
              <a:gd name="connsiteX20" fmla="*/ 88667 w 1172492"/>
              <a:gd name="connsiteY20" fmla="*/ 494775 h 1311889"/>
              <a:gd name="connsiteX21" fmla="*/ 903824 w 1172492"/>
              <a:gd name="connsiteY21" fmla="*/ 24144 h 1311889"/>
              <a:gd name="connsiteX22" fmla="*/ 971574 w 1172492"/>
              <a:gd name="connsiteY22" fmla="*/ 1363 h 1311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492" h="1311889">
                <a:moveTo>
                  <a:pt x="971574" y="1363"/>
                </a:moveTo>
                <a:cubicBezTo>
                  <a:pt x="1041186" y="-7275"/>
                  <a:pt x="1112429" y="25460"/>
                  <a:pt x="1149708" y="90029"/>
                </a:cubicBezTo>
                <a:cubicBezTo>
                  <a:pt x="1162135" y="111552"/>
                  <a:pt x="1169611" y="134575"/>
                  <a:pt x="1172490" y="157779"/>
                </a:cubicBezTo>
                <a:lnTo>
                  <a:pt x="1171406" y="173319"/>
                </a:lnTo>
                <a:lnTo>
                  <a:pt x="1172000" y="173319"/>
                </a:lnTo>
                <a:lnTo>
                  <a:pt x="1172000" y="1147057"/>
                </a:lnTo>
                <a:lnTo>
                  <a:pt x="1172492" y="1154110"/>
                </a:lnTo>
                <a:lnTo>
                  <a:pt x="1172000" y="1155572"/>
                </a:lnTo>
                <a:lnTo>
                  <a:pt x="1172000" y="1156775"/>
                </a:lnTo>
                <a:lnTo>
                  <a:pt x="1171596" y="1156775"/>
                </a:lnTo>
                <a:lnTo>
                  <a:pt x="1149710" y="1221860"/>
                </a:lnTo>
                <a:cubicBezTo>
                  <a:pt x="1100005" y="1307952"/>
                  <a:pt x="989918" y="1337450"/>
                  <a:pt x="903826" y="1287744"/>
                </a:cubicBezTo>
                <a:lnTo>
                  <a:pt x="88669" y="817113"/>
                </a:lnTo>
                <a:cubicBezTo>
                  <a:pt x="45622" y="792261"/>
                  <a:pt x="16725" y="752313"/>
                  <a:pt x="4802" y="707817"/>
                </a:cubicBezTo>
                <a:lnTo>
                  <a:pt x="2987" y="681795"/>
                </a:lnTo>
                <a:lnTo>
                  <a:pt x="0" y="672910"/>
                </a:lnTo>
                <a:lnTo>
                  <a:pt x="1184" y="655930"/>
                </a:lnTo>
                <a:lnTo>
                  <a:pt x="2" y="638979"/>
                </a:lnTo>
                <a:lnTo>
                  <a:pt x="2984" y="630110"/>
                </a:lnTo>
                <a:lnTo>
                  <a:pt x="4800" y="604073"/>
                </a:lnTo>
                <a:cubicBezTo>
                  <a:pt x="16723" y="559576"/>
                  <a:pt x="45621" y="519628"/>
                  <a:pt x="88667" y="494775"/>
                </a:cubicBezTo>
                <a:lnTo>
                  <a:pt x="903824" y="24144"/>
                </a:lnTo>
                <a:cubicBezTo>
                  <a:pt x="925347" y="11718"/>
                  <a:pt x="948370" y="4242"/>
                  <a:pt x="971574" y="1363"/>
                </a:cubicBezTo>
                <a:close/>
              </a:path>
            </a:pathLst>
          </a:custGeom>
          <a:noFill/>
          <a:ln w="25400" cap="rnd">
            <a:solidFill>
              <a:srgbClr val="4B4B4B"/>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Content Placeholder 2">
            <a:extLst>
              <a:ext uri="{FF2B5EF4-FFF2-40B4-BE49-F238E27FC236}">
                <a16:creationId xmlns:a16="http://schemas.microsoft.com/office/drawing/2014/main" id="{707C52DD-FDE4-4BF6-B79B-3095E2927247}"/>
              </a:ext>
            </a:extLst>
          </p:cNvPr>
          <p:cNvSpPr>
            <a:spLocks noGrp="1"/>
          </p:cNvSpPr>
          <p:nvPr>
            <p:ph idx="17" hasCustomPrompt="1"/>
          </p:nvPr>
        </p:nvSpPr>
        <p:spPr>
          <a:xfrm>
            <a:off x="4043801" y="1728000"/>
            <a:ext cx="2919633" cy="720000"/>
          </a:xfrm>
          <a:solidFill>
            <a:schemeClr val="tx1">
              <a:lumMod val="75000"/>
              <a:lumOff val="25000"/>
            </a:schemeClr>
          </a:solidFill>
          <a:ln w="28575">
            <a:solidFill>
              <a:schemeClr val="accent2"/>
            </a:solidFill>
          </a:ln>
        </p:spPr>
        <p:txBody>
          <a:bodyPr lIns="108000" tIns="36000" rIns="108000" bIns="36000" anchor="ctr"/>
          <a:lstStyle>
            <a:lvl1pPr marL="0" indent="0" algn="ctr">
              <a:buNone/>
              <a:defRPr>
                <a:solidFill>
                  <a:schemeClr val="bg1"/>
                </a:solidFill>
              </a:defRPr>
            </a:lvl1pPr>
          </a:lstStyle>
          <a:p>
            <a:pPr lvl="0"/>
            <a:r>
              <a:rPr lang="en-US" noProof="0"/>
              <a:t>Section 2 Title</a:t>
            </a:r>
          </a:p>
        </p:txBody>
      </p:sp>
      <p:sp>
        <p:nvSpPr>
          <p:cNvPr id="8" name="Content Placeholder 2">
            <a:extLst>
              <a:ext uri="{FF2B5EF4-FFF2-40B4-BE49-F238E27FC236}">
                <a16:creationId xmlns:a16="http://schemas.microsoft.com/office/drawing/2014/main" id="{22F46232-3721-4BC5-BEB7-E61D878D79FA}"/>
              </a:ext>
            </a:extLst>
          </p:cNvPr>
          <p:cNvSpPr>
            <a:spLocks noGrp="1"/>
          </p:cNvSpPr>
          <p:nvPr>
            <p:ph idx="15" hasCustomPrompt="1"/>
          </p:nvPr>
        </p:nvSpPr>
        <p:spPr>
          <a:xfrm>
            <a:off x="4043801" y="2448000"/>
            <a:ext cx="2919633" cy="3631338"/>
          </a:xfrm>
          <a:solidFill>
            <a:schemeClr val="bg1"/>
          </a:solidFill>
          <a:ln>
            <a:solidFill>
              <a:schemeClr val="bg1">
                <a:lumMod val="85000"/>
              </a:schemeClr>
            </a:solidFill>
          </a:ln>
        </p:spPr>
        <p:txBody>
          <a:bodyPr lIns="136800" tIns="252000" rIns="136800"/>
          <a:lstStyle>
            <a:lvl1pPr marL="266700" indent="-266700">
              <a:buClr>
                <a:schemeClr val="tx1">
                  <a:lumMod val="75000"/>
                  <a:lumOff val="25000"/>
                </a:schemeClr>
              </a:buClr>
              <a:buFont typeface="Arial" panose="020B0604020202020204" pitchFamily="34" charset="0"/>
              <a:buChar char="•"/>
              <a:defRPr/>
            </a:lvl1pPr>
            <a:lvl2pPr>
              <a:buClr>
                <a:schemeClr val="tx1">
                  <a:lumMod val="75000"/>
                  <a:lumOff val="25000"/>
                </a:schemeClr>
              </a:buClr>
              <a:defRPr/>
            </a:lvl2pPr>
            <a:lvl3pPr>
              <a:buClr>
                <a:schemeClr val="tx1">
                  <a:lumMod val="75000"/>
                  <a:lumOff val="25000"/>
                </a:schemeClr>
              </a:buClr>
              <a:defRPr/>
            </a:lvl3pPr>
            <a:lvl4pPr>
              <a:buClr>
                <a:schemeClr val="tx1">
                  <a:lumMod val="75000"/>
                  <a:lumOff val="25000"/>
                </a:schemeClr>
              </a:buClr>
              <a:defRPr/>
            </a:lvl4pPr>
            <a:lvl5pPr>
              <a:buClr>
                <a:schemeClr val="tx1">
                  <a:lumMod val="75000"/>
                  <a:lumOff val="25000"/>
                </a:schemeClr>
              </a:buCl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Freeform: Shape 14" title="Arrow">
            <a:extLst>
              <a:ext uri="{FF2B5EF4-FFF2-40B4-BE49-F238E27FC236}">
                <a16:creationId xmlns:a16="http://schemas.microsoft.com/office/drawing/2014/main" id="{6EF06703-92AF-44B7-8CE1-044DD2093118}"/>
              </a:ext>
            </a:extLst>
          </p:cNvPr>
          <p:cNvSpPr/>
          <p:nvPr userDrawn="1"/>
        </p:nvSpPr>
        <p:spPr>
          <a:xfrm flipH="1">
            <a:off x="7182327" y="1945687"/>
            <a:ext cx="254382" cy="284625"/>
          </a:xfrm>
          <a:custGeom>
            <a:avLst/>
            <a:gdLst>
              <a:gd name="connsiteX0" fmla="*/ 971574 w 1172492"/>
              <a:gd name="connsiteY0" fmla="*/ 1363 h 1311889"/>
              <a:gd name="connsiteX1" fmla="*/ 1149708 w 1172492"/>
              <a:gd name="connsiteY1" fmla="*/ 90029 h 1311889"/>
              <a:gd name="connsiteX2" fmla="*/ 1172490 w 1172492"/>
              <a:gd name="connsiteY2" fmla="*/ 157779 h 1311889"/>
              <a:gd name="connsiteX3" fmla="*/ 1171406 w 1172492"/>
              <a:gd name="connsiteY3" fmla="*/ 173319 h 1311889"/>
              <a:gd name="connsiteX4" fmla="*/ 1172000 w 1172492"/>
              <a:gd name="connsiteY4" fmla="*/ 173319 h 1311889"/>
              <a:gd name="connsiteX5" fmla="*/ 1172000 w 1172492"/>
              <a:gd name="connsiteY5" fmla="*/ 1147057 h 1311889"/>
              <a:gd name="connsiteX6" fmla="*/ 1172492 w 1172492"/>
              <a:gd name="connsiteY6" fmla="*/ 1154110 h 1311889"/>
              <a:gd name="connsiteX7" fmla="*/ 1172000 w 1172492"/>
              <a:gd name="connsiteY7" fmla="*/ 1155572 h 1311889"/>
              <a:gd name="connsiteX8" fmla="*/ 1172000 w 1172492"/>
              <a:gd name="connsiteY8" fmla="*/ 1156775 h 1311889"/>
              <a:gd name="connsiteX9" fmla="*/ 1171596 w 1172492"/>
              <a:gd name="connsiteY9" fmla="*/ 1156775 h 1311889"/>
              <a:gd name="connsiteX10" fmla="*/ 1149710 w 1172492"/>
              <a:gd name="connsiteY10" fmla="*/ 1221860 h 1311889"/>
              <a:gd name="connsiteX11" fmla="*/ 903826 w 1172492"/>
              <a:gd name="connsiteY11" fmla="*/ 1287744 h 1311889"/>
              <a:gd name="connsiteX12" fmla="*/ 88669 w 1172492"/>
              <a:gd name="connsiteY12" fmla="*/ 817113 h 1311889"/>
              <a:gd name="connsiteX13" fmla="*/ 4802 w 1172492"/>
              <a:gd name="connsiteY13" fmla="*/ 707817 h 1311889"/>
              <a:gd name="connsiteX14" fmla="*/ 2987 w 1172492"/>
              <a:gd name="connsiteY14" fmla="*/ 681795 h 1311889"/>
              <a:gd name="connsiteX15" fmla="*/ 0 w 1172492"/>
              <a:gd name="connsiteY15" fmla="*/ 672910 h 1311889"/>
              <a:gd name="connsiteX16" fmla="*/ 1184 w 1172492"/>
              <a:gd name="connsiteY16" fmla="*/ 655930 h 1311889"/>
              <a:gd name="connsiteX17" fmla="*/ 2 w 1172492"/>
              <a:gd name="connsiteY17" fmla="*/ 638979 h 1311889"/>
              <a:gd name="connsiteX18" fmla="*/ 2984 w 1172492"/>
              <a:gd name="connsiteY18" fmla="*/ 630110 h 1311889"/>
              <a:gd name="connsiteX19" fmla="*/ 4800 w 1172492"/>
              <a:gd name="connsiteY19" fmla="*/ 604073 h 1311889"/>
              <a:gd name="connsiteX20" fmla="*/ 88667 w 1172492"/>
              <a:gd name="connsiteY20" fmla="*/ 494775 h 1311889"/>
              <a:gd name="connsiteX21" fmla="*/ 903824 w 1172492"/>
              <a:gd name="connsiteY21" fmla="*/ 24144 h 1311889"/>
              <a:gd name="connsiteX22" fmla="*/ 971574 w 1172492"/>
              <a:gd name="connsiteY22" fmla="*/ 1363 h 1311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492" h="1311889">
                <a:moveTo>
                  <a:pt x="971574" y="1363"/>
                </a:moveTo>
                <a:cubicBezTo>
                  <a:pt x="1041186" y="-7275"/>
                  <a:pt x="1112429" y="25460"/>
                  <a:pt x="1149708" y="90029"/>
                </a:cubicBezTo>
                <a:cubicBezTo>
                  <a:pt x="1162135" y="111552"/>
                  <a:pt x="1169611" y="134575"/>
                  <a:pt x="1172490" y="157779"/>
                </a:cubicBezTo>
                <a:lnTo>
                  <a:pt x="1171406" y="173319"/>
                </a:lnTo>
                <a:lnTo>
                  <a:pt x="1172000" y="173319"/>
                </a:lnTo>
                <a:lnTo>
                  <a:pt x="1172000" y="1147057"/>
                </a:lnTo>
                <a:lnTo>
                  <a:pt x="1172492" y="1154110"/>
                </a:lnTo>
                <a:lnTo>
                  <a:pt x="1172000" y="1155572"/>
                </a:lnTo>
                <a:lnTo>
                  <a:pt x="1172000" y="1156775"/>
                </a:lnTo>
                <a:lnTo>
                  <a:pt x="1171596" y="1156775"/>
                </a:lnTo>
                <a:lnTo>
                  <a:pt x="1149710" y="1221860"/>
                </a:lnTo>
                <a:cubicBezTo>
                  <a:pt x="1100005" y="1307952"/>
                  <a:pt x="989918" y="1337450"/>
                  <a:pt x="903826" y="1287744"/>
                </a:cubicBezTo>
                <a:lnTo>
                  <a:pt x="88669" y="817113"/>
                </a:lnTo>
                <a:cubicBezTo>
                  <a:pt x="45622" y="792261"/>
                  <a:pt x="16725" y="752313"/>
                  <a:pt x="4802" y="707817"/>
                </a:cubicBezTo>
                <a:lnTo>
                  <a:pt x="2987" y="681795"/>
                </a:lnTo>
                <a:lnTo>
                  <a:pt x="0" y="672910"/>
                </a:lnTo>
                <a:lnTo>
                  <a:pt x="1184" y="655930"/>
                </a:lnTo>
                <a:lnTo>
                  <a:pt x="2" y="638979"/>
                </a:lnTo>
                <a:lnTo>
                  <a:pt x="2984" y="630110"/>
                </a:lnTo>
                <a:lnTo>
                  <a:pt x="4800" y="604073"/>
                </a:lnTo>
                <a:cubicBezTo>
                  <a:pt x="16723" y="559576"/>
                  <a:pt x="45621" y="519628"/>
                  <a:pt x="88667" y="494775"/>
                </a:cubicBezTo>
                <a:lnTo>
                  <a:pt x="903824" y="24144"/>
                </a:lnTo>
                <a:cubicBezTo>
                  <a:pt x="925347" y="11718"/>
                  <a:pt x="948370" y="4242"/>
                  <a:pt x="971574" y="1363"/>
                </a:cubicBezTo>
                <a:close/>
              </a:path>
            </a:pathLst>
          </a:custGeom>
          <a:noFill/>
          <a:ln w="25400" cap="rnd">
            <a:solidFill>
              <a:srgbClr val="4B4B4B"/>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Content Placeholder 2">
            <a:extLst>
              <a:ext uri="{FF2B5EF4-FFF2-40B4-BE49-F238E27FC236}">
                <a16:creationId xmlns:a16="http://schemas.microsoft.com/office/drawing/2014/main" id="{DA264641-CE4E-4168-9129-68B9B179A2A8}"/>
              </a:ext>
            </a:extLst>
          </p:cNvPr>
          <p:cNvSpPr>
            <a:spLocks noGrp="1"/>
          </p:cNvSpPr>
          <p:nvPr>
            <p:ph idx="18" hasCustomPrompt="1"/>
          </p:nvPr>
        </p:nvSpPr>
        <p:spPr>
          <a:xfrm>
            <a:off x="7655602" y="1728000"/>
            <a:ext cx="2919633" cy="720000"/>
          </a:xfrm>
          <a:solidFill>
            <a:schemeClr val="tx1">
              <a:lumMod val="75000"/>
              <a:lumOff val="25000"/>
            </a:schemeClr>
          </a:solidFill>
          <a:ln w="28575">
            <a:solidFill>
              <a:schemeClr val="accent3"/>
            </a:solidFill>
          </a:ln>
        </p:spPr>
        <p:txBody>
          <a:bodyPr lIns="108000" tIns="36000" rIns="108000" bIns="36000" anchor="ctr"/>
          <a:lstStyle>
            <a:lvl1pPr marL="0" indent="0" algn="ctr">
              <a:buNone/>
              <a:defRPr>
                <a:solidFill>
                  <a:schemeClr val="bg1"/>
                </a:solidFill>
              </a:defRPr>
            </a:lvl1pPr>
          </a:lstStyle>
          <a:p>
            <a:pPr lvl="0"/>
            <a:r>
              <a:rPr lang="en-US" noProof="0"/>
              <a:t>Section 3 Title</a:t>
            </a:r>
          </a:p>
        </p:txBody>
      </p:sp>
      <p:sp>
        <p:nvSpPr>
          <p:cNvPr id="9" name="Content Placeholder 2">
            <a:extLst>
              <a:ext uri="{FF2B5EF4-FFF2-40B4-BE49-F238E27FC236}">
                <a16:creationId xmlns:a16="http://schemas.microsoft.com/office/drawing/2014/main" id="{23CB58AD-849B-4714-8D57-C5C56343A24C}"/>
              </a:ext>
            </a:extLst>
          </p:cNvPr>
          <p:cNvSpPr>
            <a:spLocks noGrp="1"/>
          </p:cNvSpPr>
          <p:nvPr>
            <p:ph idx="16" hasCustomPrompt="1"/>
          </p:nvPr>
        </p:nvSpPr>
        <p:spPr>
          <a:xfrm>
            <a:off x="7655602" y="2448000"/>
            <a:ext cx="2919633" cy="3631338"/>
          </a:xfrm>
          <a:solidFill>
            <a:schemeClr val="bg1"/>
          </a:solidFill>
          <a:ln>
            <a:solidFill>
              <a:schemeClr val="bg1">
                <a:lumMod val="85000"/>
              </a:schemeClr>
            </a:solidFill>
          </a:ln>
        </p:spPr>
        <p:txBody>
          <a:bodyPr lIns="136800" tIns="252000" rIns="136800"/>
          <a:lstStyle>
            <a:lvl1pPr marL="266700" indent="-266700">
              <a:buClr>
                <a:schemeClr val="tx1">
                  <a:lumMod val="75000"/>
                  <a:lumOff val="25000"/>
                </a:schemeClr>
              </a:buClr>
              <a:buFont typeface="Arial" panose="020B0604020202020204" pitchFamily="34" charset="0"/>
              <a:buChar char="•"/>
              <a:defRPr/>
            </a:lvl1pPr>
            <a:lvl2pPr>
              <a:buClr>
                <a:schemeClr val="tx1">
                  <a:lumMod val="75000"/>
                  <a:lumOff val="25000"/>
                </a:schemeClr>
              </a:buClr>
              <a:defRPr/>
            </a:lvl2pPr>
            <a:lvl3pPr>
              <a:buClr>
                <a:schemeClr val="tx1">
                  <a:lumMod val="75000"/>
                  <a:lumOff val="25000"/>
                </a:schemeClr>
              </a:buClr>
              <a:defRPr/>
            </a:lvl3pPr>
            <a:lvl4pPr>
              <a:buClr>
                <a:schemeClr val="tx1">
                  <a:lumMod val="75000"/>
                  <a:lumOff val="25000"/>
                </a:schemeClr>
              </a:buClr>
              <a:defRPr/>
            </a:lvl4pPr>
            <a:lvl5pPr>
              <a:buClr>
                <a:schemeClr val="tx1">
                  <a:lumMod val="75000"/>
                  <a:lumOff val="25000"/>
                </a:schemeClr>
              </a:buCl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13" name="Slide Number Placeholder 6">
            <a:extLst>
              <a:ext uri="{FF2B5EF4-FFF2-40B4-BE49-F238E27FC236}">
                <a16:creationId xmlns:a16="http://schemas.microsoft.com/office/drawing/2014/main" id="{B1CB22CF-1587-E74F-B211-A50F83802581}"/>
              </a:ext>
            </a:extLst>
          </p:cNvPr>
          <p:cNvSpPr>
            <a:spLocks noGrp="1"/>
          </p:cNvSpPr>
          <p:nvPr>
            <p:ph type="sldNum" sz="quarter" idx="19"/>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4704848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a:xfrm>
            <a:off x="432000" y="432000"/>
            <a:ext cx="10143235" cy="432000"/>
          </a:xfrm>
        </p:spPr>
        <p:txBody>
          <a:bodyPr/>
          <a:lstStyle>
            <a:lvl1pPr>
              <a:defRPr>
                <a:solidFill>
                  <a:schemeClr val="tx1">
                    <a:lumMod val="75000"/>
                    <a:lumOff val="25000"/>
                  </a:schemeClr>
                </a:solidFill>
              </a:defRPr>
            </a:lvl1pPr>
          </a:lstStyle>
          <a:p>
            <a:r>
              <a:rPr lang="en-US" noProof="0"/>
              <a:t>Click to edit Master title style</a:t>
            </a:r>
          </a:p>
        </p:txBody>
      </p:sp>
      <p:sp>
        <p:nvSpPr>
          <p:cNvPr id="5" name="Text Placeholder 4">
            <a:extLst>
              <a:ext uri="{FF2B5EF4-FFF2-40B4-BE49-F238E27FC236}">
                <a16:creationId xmlns:a16="http://schemas.microsoft.com/office/drawing/2014/main" id="{D52B871F-F800-4B02-8408-FF5D438CFEC4}"/>
              </a:ext>
            </a:extLst>
          </p:cNvPr>
          <p:cNvSpPr>
            <a:spLocks noGrp="1"/>
          </p:cNvSpPr>
          <p:nvPr>
            <p:ph type="body" sz="quarter" idx="13" hasCustomPrompt="1"/>
          </p:nvPr>
        </p:nvSpPr>
        <p:spPr>
          <a:xfrm>
            <a:off x="431800" y="1008000"/>
            <a:ext cx="10144125"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cxnSp>
        <p:nvCxnSpPr>
          <p:cNvPr id="13" name="Straight Arrow Connector 12">
            <a:extLst>
              <a:ext uri="{FF2B5EF4-FFF2-40B4-BE49-F238E27FC236}">
                <a16:creationId xmlns:a16="http://schemas.microsoft.com/office/drawing/2014/main" id="{B16E60CE-69EE-40F4-8E4C-791A1F450E6E}"/>
              </a:ext>
            </a:extLst>
          </p:cNvPr>
          <p:cNvCxnSpPr>
            <a:cxnSpLocks/>
          </p:cNvCxnSpPr>
          <p:nvPr userDrawn="1"/>
        </p:nvCxnSpPr>
        <p:spPr>
          <a:xfrm>
            <a:off x="431800" y="3866682"/>
            <a:ext cx="10290173"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Text Placeholder 10">
            <a:extLst>
              <a:ext uri="{FF2B5EF4-FFF2-40B4-BE49-F238E27FC236}">
                <a16:creationId xmlns:a16="http://schemas.microsoft.com/office/drawing/2014/main" id="{506130DE-93C9-481E-A69F-9CF6AA9948FF}"/>
              </a:ext>
            </a:extLst>
          </p:cNvPr>
          <p:cNvSpPr>
            <a:spLocks noGrp="1"/>
          </p:cNvSpPr>
          <p:nvPr>
            <p:ph type="body" sz="quarter" idx="33" hasCustomPrompt="1"/>
          </p:nvPr>
        </p:nvSpPr>
        <p:spPr>
          <a:xfrm>
            <a:off x="2791884" y="3973125"/>
            <a:ext cx="415608" cy="201776"/>
          </a:xfrm>
        </p:spPr>
        <p:txBody>
          <a:bodyPr anchor="ctr"/>
          <a:lstStyle>
            <a:lvl1pPr marL="0" indent="0" algn="ctr">
              <a:buNone/>
              <a:defRPr sz="1400">
                <a:solidFill>
                  <a:schemeClr val="tx1">
                    <a:lumMod val="50000"/>
                    <a:lumOff val="50000"/>
                  </a:schemeClr>
                </a:solidFill>
              </a:defRPr>
            </a:lvl1pPr>
          </a:lstStyle>
          <a:p>
            <a:pPr lvl="0"/>
            <a:r>
              <a:rPr lang="en-US" noProof="0"/>
              <a:t>Year</a:t>
            </a:r>
          </a:p>
        </p:txBody>
      </p:sp>
      <p:sp>
        <p:nvSpPr>
          <p:cNvPr id="15" name="Text Placeholder 10">
            <a:extLst>
              <a:ext uri="{FF2B5EF4-FFF2-40B4-BE49-F238E27FC236}">
                <a16:creationId xmlns:a16="http://schemas.microsoft.com/office/drawing/2014/main" id="{31BCBEDF-E4C4-4EA5-B5EE-39C430D1471F}"/>
              </a:ext>
            </a:extLst>
          </p:cNvPr>
          <p:cNvSpPr>
            <a:spLocks noGrp="1"/>
          </p:cNvSpPr>
          <p:nvPr>
            <p:ph type="body" sz="quarter" idx="34" hasCustomPrompt="1"/>
          </p:nvPr>
        </p:nvSpPr>
        <p:spPr>
          <a:xfrm>
            <a:off x="43179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6" name="Text Placeholder 10">
            <a:extLst>
              <a:ext uri="{FF2B5EF4-FFF2-40B4-BE49-F238E27FC236}">
                <a16:creationId xmlns:a16="http://schemas.microsoft.com/office/drawing/2014/main" id="{BFE6B470-2415-4509-A40D-EBFFBC9F3847}"/>
              </a:ext>
            </a:extLst>
          </p:cNvPr>
          <p:cNvSpPr>
            <a:spLocks noGrp="1"/>
          </p:cNvSpPr>
          <p:nvPr>
            <p:ph type="body" sz="quarter" idx="35" hasCustomPrompt="1"/>
          </p:nvPr>
        </p:nvSpPr>
        <p:spPr>
          <a:xfrm>
            <a:off x="903816"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7" name="Text Placeholder 10">
            <a:extLst>
              <a:ext uri="{FF2B5EF4-FFF2-40B4-BE49-F238E27FC236}">
                <a16:creationId xmlns:a16="http://schemas.microsoft.com/office/drawing/2014/main" id="{A0705EEE-728D-4722-B49E-4C9C62644EC3}"/>
              </a:ext>
            </a:extLst>
          </p:cNvPr>
          <p:cNvSpPr>
            <a:spLocks noGrp="1"/>
          </p:cNvSpPr>
          <p:nvPr>
            <p:ph type="body" sz="quarter" idx="36" hasCustomPrompt="1"/>
          </p:nvPr>
        </p:nvSpPr>
        <p:spPr>
          <a:xfrm>
            <a:off x="1375833"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8" name="Text Placeholder 10">
            <a:extLst>
              <a:ext uri="{FF2B5EF4-FFF2-40B4-BE49-F238E27FC236}">
                <a16:creationId xmlns:a16="http://schemas.microsoft.com/office/drawing/2014/main" id="{0781D02C-C5B9-410A-B620-AAA24A1B2AC7}"/>
              </a:ext>
            </a:extLst>
          </p:cNvPr>
          <p:cNvSpPr>
            <a:spLocks noGrp="1"/>
          </p:cNvSpPr>
          <p:nvPr>
            <p:ph type="body" sz="quarter" idx="37" hasCustomPrompt="1"/>
          </p:nvPr>
        </p:nvSpPr>
        <p:spPr>
          <a:xfrm>
            <a:off x="1847850"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9" name="Text Placeholder 10">
            <a:extLst>
              <a:ext uri="{FF2B5EF4-FFF2-40B4-BE49-F238E27FC236}">
                <a16:creationId xmlns:a16="http://schemas.microsoft.com/office/drawing/2014/main" id="{C203B9F4-A221-4AF4-8440-C9B1BB3F602A}"/>
              </a:ext>
            </a:extLst>
          </p:cNvPr>
          <p:cNvSpPr>
            <a:spLocks noGrp="1"/>
          </p:cNvSpPr>
          <p:nvPr>
            <p:ph type="body" sz="quarter" idx="38" hasCustomPrompt="1"/>
          </p:nvPr>
        </p:nvSpPr>
        <p:spPr>
          <a:xfrm>
            <a:off x="8456084" y="3973125"/>
            <a:ext cx="415608" cy="201776"/>
          </a:xfrm>
        </p:spPr>
        <p:txBody>
          <a:bodyPr anchor="ctr"/>
          <a:lstStyle>
            <a:lvl1pPr marL="0" indent="0" algn="ctr">
              <a:buNone/>
              <a:defRPr sz="1400">
                <a:solidFill>
                  <a:schemeClr val="tx1">
                    <a:lumMod val="50000"/>
                    <a:lumOff val="50000"/>
                  </a:schemeClr>
                </a:solidFill>
              </a:defRPr>
            </a:lvl1pPr>
          </a:lstStyle>
          <a:p>
            <a:pPr lvl="0"/>
            <a:r>
              <a:rPr lang="en-US" noProof="0"/>
              <a:t>Year</a:t>
            </a:r>
          </a:p>
        </p:txBody>
      </p:sp>
      <p:sp>
        <p:nvSpPr>
          <p:cNvPr id="20" name="Text Placeholder 10">
            <a:extLst>
              <a:ext uri="{FF2B5EF4-FFF2-40B4-BE49-F238E27FC236}">
                <a16:creationId xmlns:a16="http://schemas.microsoft.com/office/drawing/2014/main" id="{5CA11888-C540-49FD-BC96-7DF43B9144FE}"/>
              </a:ext>
            </a:extLst>
          </p:cNvPr>
          <p:cNvSpPr>
            <a:spLocks noGrp="1"/>
          </p:cNvSpPr>
          <p:nvPr>
            <p:ph type="body" sz="quarter" idx="39" hasCustomPrompt="1"/>
          </p:nvPr>
        </p:nvSpPr>
        <p:spPr>
          <a:xfrm>
            <a:off x="2319867"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1" name="Text Placeholder 10">
            <a:extLst>
              <a:ext uri="{FF2B5EF4-FFF2-40B4-BE49-F238E27FC236}">
                <a16:creationId xmlns:a16="http://schemas.microsoft.com/office/drawing/2014/main" id="{B90B995A-D6D8-4085-8C72-FDAF0B400A01}"/>
              </a:ext>
            </a:extLst>
          </p:cNvPr>
          <p:cNvSpPr>
            <a:spLocks noGrp="1"/>
          </p:cNvSpPr>
          <p:nvPr>
            <p:ph type="body" sz="quarter" idx="40" hasCustomPrompt="1"/>
          </p:nvPr>
        </p:nvSpPr>
        <p:spPr>
          <a:xfrm>
            <a:off x="2791884"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2" name="Text Placeholder 10">
            <a:extLst>
              <a:ext uri="{FF2B5EF4-FFF2-40B4-BE49-F238E27FC236}">
                <a16:creationId xmlns:a16="http://schemas.microsoft.com/office/drawing/2014/main" id="{765307A9-791B-47A4-A9C6-E607A9921675}"/>
              </a:ext>
            </a:extLst>
          </p:cNvPr>
          <p:cNvSpPr>
            <a:spLocks noGrp="1"/>
          </p:cNvSpPr>
          <p:nvPr>
            <p:ph type="body" sz="quarter" idx="41" hasCustomPrompt="1"/>
          </p:nvPr>
        </p:nvSpPr>
        <p:spPr>
          <a:xfrm>
            <a:off x="3263901"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3" name="Text Placeholder 10">
            <a:extLst>
              <a:ext uri="{FF2B5EF4-FFF2-40B4-BE49-F238E27FC236}">
                <a16:creationId xmlns:a16="http://schemas.microsoft.com/office/drawing/2014/main" id="{C75703B4-3B5A-4163-8DB7-E9009BF81C5C}"/>
              </a:ext>
            </a:extLst>
          </p:cNvPr>
          <p:cNvSpPr>
            <a:spLocks noGrp="1"/>
          </p:cNvSpPr>
          <p:nvPr>
            <p:ph type="body" sz="quarter" idx="42" hasCustomPrompt="1"/>
          </p:nvPr>
        </p:nvSpPr>
        <p:spPr>
          <a:xfrm>
            <a:off x="4679952"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4" name="Text Placeholder 10">
            <a:extLst>
              <a:ext uri="{FF2B5EF4-FFF2-40B4-BE49-F238E27FC236}">
                <a16:creationId xmlns:a16="http://schemas.microsoft.com/office/drawing/2014/main" id="{FF332F6F-6B3C-45E2-9EF6-8FB202384A68}"/>
              </a:ext>
            </a:extLst>
          </p:cNvPr>
          <p:cNvSpPr>
            <a:spLocks noGrp="1"/>
          </p:cNvSpPr>
          <p:nvPr>
            <p:ph type="body" sz="quarter" idx="43" hasCustomPrompt="1"/>
          </p:nvPr>
        </p:nvSpPr>
        <p:spPr>
          <a:xfrm>
            <a:off x="3735918"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5" name="Text Placeholder 10">
            <a:extLst>
              <a:ext uri="{FF2B5EF4-FFF2-40B4-BE49-F238E27FC236}">
                <a16:creationId xmlns:a16="http://schemas.microsoft.com/office/drawing/2014/main" id="{66BFBD2C-240C-4899-9562-75499D8C46E4}"/>
              </a:ext>
            </a:extLst>
          </p:cNvPr>
          <p:cNvSpPr>
            <a:spLocks noGrp="1"/>
          </p:cNvSpPr>
          <p:nvPr>
            <p:ph type="body" sz="quarter" idx="44" hasCustomPrompt="1"/>
          </p:nvPr>
        </p:nvSpPr>
        <p:spPr>
          <a:xfrm>
            <a:off x="4207935"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6" name="Text Placeholder 10">
            <a:extLst>
              <a:ext uri="{FF2B5EF4-FFF2-40B4-BE49-F238E27FC236}">
                <a16:creationId xmlns:a16="http://schemas.microsoft.com/office/drawing/2014/main" id="{777ECC7E-1DD1-475C-BA92-16BEA144C233}"/>
              </a:ext>
            </a:extLst>
          </p:cNvPr>
          <p:cNvSpPr>
            <a:spLocks noGrp="1"/>
          </p:cNvSpPr>
          <p:nvPr>
            <p:ph type="body" sz="quarter" idx="45" hasCustomPrompt="1"/>
          </p:nvPr>
        </p:nvSpPr>
        <p:spPr>
          <a:xfrm>
            <a:off x="515196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7" name="Text Placeholder 10">
            <a:extLst>
              <a:ext uri="{FF2B5EF4-FFF2-40B4-BE49-F238E27FC236}">
                <a16:creationId xmlns:a16="http://schemas.microsoft.com/office/drawing/2014/main" id="{9FD2184F-25B2-4976-9C55-9D79732D00D0}"/>
              </a:ext>
            </a:extLst>
          </p:cNvPr>
          <p:cNvSpPr>
            <a:spLocks noGrp="1"/>
          </p:cNvSpPr>
          <p:nvPr>
            <p:ph type="body" sz="quarter" idx="46" hasCustomPrompt="1"/>
          </p:nvPr>
        </p:nvSpPr>
        <p:spPr>
          <a:xfrm>
            <a:off x="5623986"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8" name="Text Placeholder 10">
            <a:extLst>
              <a:ext uri="{FF2B5EF4-FFF2-40B4-BE49-F238E27FC236}">
                <a16:creationId xmlns:a16="http://schemas.microsoft.com/office/drawing/2014/main" id="{2D433B78-8F48-492C-B8BA-C519A010F573}"/>
              </a:ext>
            </a:extLst>
          </p:cNvPr>
          <p:cNvSpPr>
            <a:spLocks noGrp="1"/>
          </p:cNvSpPr>
          <p:nvPr>
            <p:ph type="body" sz="quarter" idx="47" hasCustomPrompt="1"/>
          </p:nvPr>
        </p:nvSpPr>
        <p:spPr>
          <a:xfrm>
            <a:off x="609599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9" name="Text Placeholder 10">
            <a:extLst>
              <a:ext uri="{FF2B5EF4-FFF2-40B4-BE49-F238E27FC236}">
                <a16:creationId xmlns:a16="http://schemas.microsoft.com/office/drawing/2014/main" id="{65D53937-4C12-41A9-96A9-D197CE5CBC1B}"/>
              </a:ext>
            </a:extLst>
          </p:cNvPr>
          <p:cNvSpPr>
            <a:spLocks noGrp="1"/>
          </p:cNvSpPr>
          <p:nvPr>
            <p:ph type="body" sz="quarter" idx="48" hasCustomPrompt="1"/>
          </p:nvPr>
        </p:nvSpPr>
        <p:spPr>
          <a:xfrm>
            <a:off x="6568012"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0" name="Text Placeholder 10">
            <a:extLst>
              <a:ext uri="{FF2B5EF4-FFF2-40B4-BE49-F238E27FC236}">
                <a16:creationId xmlns:a16="http://schemas.microsoft.com/office/drawing/2014/main" id="{22259E25-16AB-42DF-83CC-F05BA57CFC25}"/>
              </a:ext>
            </a:extLst>
          </p:cNvPr>
          <p:cNvSpPr>
            <a:spLocks noGrp="1"/>
          </p:cNvSpPr>
          <p:nvPr>
            <p:ph type="body" sz="quarter" idx="49" hasCustomPrompt="1"/>
          </p:nvPr>
        </p:nvSpPr>
        <p:spPr>
          <a:xfrm>
            <a:off x="704002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1" name="Text Placeholder 10">
            <a:extLst>
              <a:ext uri="{FF2B5EF4-FFF2-40B4-BE49-F238E27FC236}">
                <a16:creationId xmlns:a16="http://schemas.microsoft.com/office/drawing/2014/main" id="{A5C84813-8A39-4A01-A745-700E1E5DF39E}"/>
              </a:ext>
            </a:extLst>
          </p:cNvPr>
          <p:cNvSpPr>
            <a:spLocks noGrp="1"/>
          </p:cNvSpPr>
          <p:nvPr>
            <p:ph type="body" sz="quarter" idx="50" hasCustomPrompt="1"/>
          </p:nvPr>
        </p:nvSpPr>
        <p:spPr>
          <a:xfrm>
            <a:off x="7512046"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2" name="Text Placeholder 10">
            <a:extLst>
              <a:ext uri="{FF2B5EF4-FFF2-40B4-BE49-F238E27FC236}">
                <a16:creationId xmlns:a16="http://schemas.microsoft.com/office/drawing/2014/main" id="{35B6B197-CBC9-474D-999F-6BF8B85ABC4B}"/>
              </a:ext>
            </a:extLst>
          </p:cNvPr>
          <p:cNvSpPr>
            <a:spLocks noGrp="1"/>
          </p:cNvSpPr>
          <p:nvPr>
            <p:ph type="body" sz="quarter" idx="51" hasCustomPrompt="1"/>
          </p:nvPr>
        </p:nvSpPr>
        <p:spPr>
          <a:xfrm>
            <a:off x="7984063"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3" name="Text Placeholder 10">
            <a:extLst>
              <a:ext uri="{FF2B5EF4-FFF2-40B4-BE49-F238E27FC236}">
                <a16:creationId xmlns:a16="http://schemas.microsoft.com/office/drawing/2014/main" id="{700D11F4-2B09-4504-9CF2-4E3A19B2F5F4}"/>
              </a:ext>
            </a:extLst>
          </p:cNvPr>
          <p:cNvSpPr>
            <a:spLocks noGrp="1"/>
          </p:cNvSpPr>
          <p:nvPr>
            <p:ph type="body" sz="quarter" idx="52" hasCustomPrompt="1"/>
          </p:nvPr>
        </p:nvSpPr>
        <p:spPr>
          <a:xfrm>
            <a:off x="8456080"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4" name="Text Placeholder 10">
            <a:extLst>
              <a:ext uri="{FF2B5EF4-FFF2-40B4-BE49-F238E27FC236}">
                <a16:creationId xmlns:a16="http://schemas.microsoft.com/office/drawing/2014/main" id="{DF28DDAA-9BDA-43BE-B173-D188212594C6}"/>
              </a:ext>
            </a:extLst>
          </p:cNvPr>
          <p:cNvSpPr>
            <a:spLocks noGrp="1"/>
          </p:cNvSpPr>
          <p:nvPr>
            <p:ph type="body" sz="quarter" idx="53" hasCustomPrompt="1"/>
          </p:nvPr>
        </p:nvSpPr>
        <p:spPr>
          <a:xfrm>
            <a:off x="8928097"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5" name="Text Placeholder 10">
            <a:extLst>
              <a:ext uri="{FF2B5EF4-FFF2-40B4-BE49-F238E27FC236}">
                <a16:creationId xmlns:a16="http://schemas.microsoft.com/office/drawing/2014/main" id="{A55FFBF8-4789-44A0-A9B2-841061C725FD}"/>
              </a:ext>
            </a:extLst>
          </p:cNvPr>
          <p:cNvSpPr>
            <a:spLocks noGrp="1"/>
          </p:cNvSpPr>
          <p:nvPr>
            <p:ph type="body" sz="quarter" idx="54" hasCustomPrompt="1"/>
          </p:nvPr>
        </p:nvSpPr>
        <p:spPr>
          <a:xfrm>
            <a:off x="10344148"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6" name="Text Placeholder 10">
            <a:extLst>
              <a:ext uri="{FF2B5EF4-FFF2-40B4-BE49-F238E27FC236}">
                <a16:creationId xmlns:a16="http://schemas.microsoft.com/office/drawing/2014/main" id="{C33D9234-67AF-4493-9CED-B39D80A70A53}"/>
              </a:ext>
            </a:extLst>
          </p:cNvPr>
          <p:cNvSpPr>
            <a:spLocks noGrp="1"/>
          </p:cNvSpPr>
          <p:nvPr>
            <p:ph type="body" sz="quarter" idx="55" hasCustomPrompt="1"/>
          </p:nvPr>
        </p:nvSpPr>
        <p:spPr>
          <a:xfrm>
            <a:off x="9400114"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7" name="Text Placeholder 10">
            <a:extLst>
              <a:ext uri="{FF2B5EF4-FFF2-40B4-BE49-F238E27FC236}">
                <a16:creationId xmlns:a16="http://schemas.microsoft.com/office/drawing/2014/main" id="{98549725-B11A-4C4E-8DBF-F00E575D61D8}"/>
              </a:ext>
            </a:extLst>
          </p:cNvPr>
          <p:cNvSpPr>
            <a:spLocks noGrp="1"/>
          </p:cNvSpPr>
          <p:nvPr>
            <p:ph type="body" sz="quarter" idx="56" hasCustomPrompt="1"/>
          </p:nvPr>
        </p:nvSpPr>
        <p:spPr>
          <a:xfrm>
            <a:off x="9872131"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40" name="Text Placeholder 3">
            <a:extLst>
              <a:ext uri="{FF2B5EF4-FFF2-40B4-BE49-F238E27FC236}">
                <a16:creationId xmlns:a16="http://schemas.microsoft.com/office/drawing/2014/main" id="{204E7B1E-C17D-4443-B650-E72AD9AA463F}"/>
              </a:ext>
            </a:extLst>
          </p:cNvPr>
          <p:cNvSpPr>
            <a:spLocks noGrp="1"/>
          </p:cNvSpPr>
          <p:nvPr>
            <p:ph type="body" sz="quarter" idx="59" hasCustomPrompt="1"/>
          </p:nvPr>
        </p:nvSpPr>
        <p:spPr>
          <a:xfrm>
            <a:off x="4606680" y="2190750"/>
            <a:ext cx="1793875" cy="561975"/>
          </a:xfrm>
          <a:solidFill>
            <a:schemeClr val="bg1"/>
          </a:solidFill>
          <a:ln w="3175">
            <a:solidFill>
              <a:schemeClr val="accent1"/>
            </a:solidFill>
          </a:ln>
        </p:spPr>
        <p:txBody>
          <a:bodyPr tIns="36000" anchor="t"/>
          <a:lstStyle>
            <a:lvl1pPr marL="0" indent="0" algn="ctr">
              <a:buNone/>
              <a:defRPr sz="1600"/>
            </a:lvl1pPr>
          </a:lstStyle>
          <a:p>
            <a:pPr lvl="0"/>
            <a:r>
              <a:rPr lang="en-US" noProof="0"/>
              <a:t>Item Title</a:t>
            </a:r>
          </a:p>
        </p:txBody>
      </p:sp>
      <p:sp>
        <p:nvSpPr>
          <p:cNvPr id="41" name="Text Placeholder 36">
            <a:extLst>
              <a:ext uri="{FF2B5EF4-FFF2-40B4-BE49-F238E27FC236}">
                <a16:creationId xmlns:a16="http://schemas.microsoft.com/office/drawing/2014/main" id="{87DD778A-952C-41DC-A5F9-8023A7099828}"/>
              </a:ext>
            </a:extLst>
          </p:cNvPr>
          <p:cNvSpPr>
            <a:spLocks noGrp="1"/>
          </p:cNvSpPr>
          <p:nvPr>
            <p:ph type="body" sz="quarter" idx="60" hasCustomPrompt="1"/>
          </p:nvPr>
        </p:nvSpPr>
        <p:spPr>
          <a:xfrm>
            <a:off x="4658409" y="2505005"/>
            <a:ext cx="1690417" cy="224670"/>
          </a:xfrm>
        </p:spPr>
        <p:txBody>
          <a:bodyPr/>
          <a:lstStyle>
            <a:lvl1pPr marL="0" indent="0" algn="ctr">
              <a:buNone/>
              <a:defRPr sz="1200">
                <a:solidFill>
                  <a:schemeClr val="tx1">
                    <a:lumMod val="50000"/>
                    <a:lumOff val="50000"/>
                  </a:schemeClr>
                </a:solidFill>
              </a:defRPr>
            </a:lvl1pPr>
          </a:lstStyle>
          <a:p>
            <a:pPr lvl="0"/>
            <a:r>
              <a:rPr lang="en-US" noProof="0"/>
              <a:t>Month, Year</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38" name="Slide Number Placeholder 6">
            <a:extLst>
              <a:ext uri="{FF2B5EF4-FFF2-40B4-BE49-F238E27FC236}">
                <a16:creationId xmlns:a16="http://schemas.microsoft.com/office/drawing/2014/main" id="{C4B93A79-C848-FB4C-BF10-00BE7B66F061}"/>
              </a:ext>
            </a:extLst>
          </p:cNvPr>
          <p:cNvSpPr>
            <a:spLocks noGrp="1"/>
          </p:cNvSpPr>
          <p:nvPr>
            <p:ph type="sldNum" sz="quarter" idx="61"/>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9090058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am 3 Membe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a:xfrm>
            <a:off x="432000" y="432000"/>
            <a:ext cx="10143235" cy="432000"/>
          </a:xfrm>
        </p:spPr>
        <p:txBody>
          <a:bodyPr/>
          <a:lstStyle>
            <a:lvl1pPr>
              <a:defRPr>
                <a:solidFill>
                  <a:schemeClr val="tx1">
                    <a:lumMod val="75000"/>
                    <a:lumOff val="25000"/>
                  </a:schemeClr>
                </a:solidFill>
              </a:defRPr>
            </a:lvl1pPr>
          </a:lstStyle>
          <a:p>
            <a:r>
              <a:rPr lang="en-US" noProof="0"/>
              <a:t>Click to edit Master title style</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5" name="Text Placeholder 4">
            <a:extLst>
              <a:ext uri="{FF2B5EF4-FFF2-40B4-BE49-F238E27FC236}">
                <a16:creationId xmlns:a16="http://schemas.microsoft.com/office/drawing/2014/main" id="{D52B871F-F800-4B02-8408-FF5D438CFEC4}"/>
              </a:ext>
            </a:extLst>
          </p:cNvPr>
          <p:cNvSpPr>
            <a:spLocks noGrp="1"/>
          </p:cNvSpPr>
          <p:nvPr>
            <p:ph type="body" sz="quarter" idx="13" hasCustomPrompt="1"/>
          </p:nvPr>
        </p:nvSpPr>
        <p:spPr>
          <a:xfrm>
            <a:off x="431800" y="1008000"/>
            <a:ext cx="10144125"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8" name="Picture Placeholder 4">
            <a:extLst>
              <a:ext uri="{FF2B5EF4-FFF2-40B4-BE49-F238E27FC236}">
                <a16:creationId xmlns:a16="http://schemas.microsoft.com/office/drawing/2014/main" id="{EC13E70C-589A-40D0-83ED-C913136ACD7E}"/>
              </a:ext>
            </a:extLst>
          </p:cNvPr>
          <p:cNvSpPr>
            <a:spLocks noGrp="1"/>
          </p:cNvSpPr>
          <p:nvPr>
            <p:ph type="pic" sz="quarter" idx="14" hasCustomPrompt="1"/>
          </p:nvPr>
        </p:nvSpPr>
        <p:spPr>
          <a:xfrm>
            <a:off x="431800" y="1952049"/>
            <a:ext cx="1476951" cy="1476951"/>
          </a:xfrm>
          <a:solidFill>
            <a:schemeClr val="bg1">
              <a:lumMod val="95000"/>
              <a:alpha val="70000"/>
            </a:schemeClr>
          </a:solidFill>
          <a:ln w="12700" cap="flat">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Insert or Drag and Drop Image Here</a:t>
            </a:r>
          </a:p>
        </p:txBody>
      </p:sp>
      <p:sp>
        <p:nvSpPr>
          <p:cNvPr id="39" name="Text Placeholder 8">
            <a:extLst>
              <a:ext uri="{FF2B5EF4-FFF2-40B4-BE49-F238E27FC236}">
                <a16:creationId xmlns:a16="http://schemas.microsoft.com/office/drawing/2014/main" id="{A975B89D-7E01-4CB2-ABC7-5CFAB076441A}"/>
              </a:ext>
            </a:extLst>
          </p:cNvPr>
          <p:cNvSpPr>
            <a:spLocks noGrp="1"/>
          </p:cNvSpPr>
          <p:nvPr>
            <p:ph type="body" sz="quarter" idx="15" hasCustomPrompt="1"/>
          </p:nvPr>
        </p:nvSpPr>
        <p:spPr>
          <a:xfrm>
            <a:off x="431800" y="3557684"/>
            <a:ext cx="2830441" cy="395805"/>
          </a:xfrm>
        </p:spPr>
        <p:txBody>
          <a:bodyPr anchor="b"/>
          <a:lstStyle>
            <a:lvl1pPr marL="0" indent="0" algn="l">
              <a:buFont typeface="Arial" panose="020B0604020202020204" pitchFamily="34" charset="0"/>
              <a:buNone/>
              <a:defRPr sz="2400"/>
            </a:lvl1pPr>
          </a:lstStyle>
          <a:p>
            <a:pPr lvl="0"/>
            <a:r>
              <a:rPr lang="en-US" noProof="0"/>
              <a:t>Name</a:t>
            </a:r>
          </a:p>
        </p:txBody>
      </p:sp>
      <p:sp>
        <p:nvSpPr>
          <p:cNvPr id="42" name="Text Placeholder 10">
            <a:extLst>
              <a:ext uri="{FF2B5EF4-FFF2-40B4-BE49-F238E27FC236}">
                <a16:creationId xmlns:a16="http://schemas.microsoft.com/office/drawing/2014/main" id="{A4230AA3-993A-4092-A471-053453DEF31B}"/>
              </a:ext>
            </a:extLst>
          </p:cNvPr>
          <p:cNvSpPr>
            <a:spLocks noGrp="1"/>
          </p:cNvSpPr>
          <p:nvPr>
            <p:ph type="body" sz="quarter" idx="16" hasCustomPrompt="1"/>
          </p:nvPr>
        </p:nvSpPr>
        <p:spPr>
          <a:xfrm>
            <a:off x="431800" y="4452773"/>
            <a:ext cx="2830441" cy="1250615"/>
          </a:xfrm>
        </p:spPr>
        <p:txBody>
          <a:bodyPr/>
          <a:lstStyle>
            <a:lvl1pPr marL="0" indent="0" algn="l">
              <a:buNone/>
              <a:defRPr sz="1400">
                <a:solidFill>
                  <a:schemeClr val="tx1">
                    <a:lumMod val="50000"/>
                    <a:lumOff val="50000"/>
                  </a:schemeClr>
                </a:solidFill>
              </a:defRPr>
            </a:lvl1pPr>
          </a:lstStyle>
          <a:p>
            <a:pPr lvl="0"/>
            <a:r>
              <a:rPr lang="en-US" noProof="0"/>
              <a:t>Short Bio</a:t>
            </a:r>
          </a:p>
        </p:txBody>
      </p:sp>
      <p:sp>
        <p:nvSpPr>
          <p:cNvPr id="43" name="Text Placeholder 8">
            <a:extLst>
              <a:ext uri="{FF2B5EF4-FFF2-40B4-BE49-F238E27FC236}">
                <a16:creationId xmlns:a16="http://schemas.microsoft.com/office/drawing/2014/main" id="{91052B18-094B-44AE-B97A-C724CAB4A96B}"/>
              </a:ext>
            </a:extLst>
          </p:cNvPr>
          <p:cNvSpPr>
            <a:spLocks noGrp="1"/>
          </p:cNvSpPr>
          <p:nvPr>
            <p:ph type="body" sz="quarter" idx="33" hasCustomPrompt="1"/>
          </p:nvPr>
        </p:nvSpPr>
        <p:spPr>
          <a:xfrm>
            <a:off x="431800" y="4082173"/>
            <a:ext cx="2830441" cy="245885"/>
          </a:xfrm>
        </p:spPr>
        <p:txBody>
          <a:bodyPr/>
          <a:lstStyle>
            <a:lvl1pPr marL="0" indent="0" algn="l">
              <a:buFont typeface="Arial" panose="020B0604020202020204" pitchFamily="34" charset="0"/>
              <a:buNone/>
              <a:defRPr sz="1400">
                <a:solidFill>
                  <a:schemeClr val="bg1">
                    <a:lumMod val="50000"/>
                  </a:schemeClr>
                </a:solidFill>
              </a:defRPr>
            </a:lvl1pPr>
          </a:lstStyle>
          <a:p>
            <a:pPr lvl="0"/>
            <a:r>
              <a:rPr lang="en-US" noProof="0"/>
              <a:t>Title</a:t>
            </a:r>
          </a:p>
        </p:txBody>
      </p:sp>
      <p:sp>
        <p:nvSpPr>
          <p:cNvPr id="44" name="Picture Placeholder 4">
            <a:extLst>
              <a:ext uri="{FF2B5EF4-FFF2-40B4-BE49-F238E27FC236}">
                <a16:creationId xmlns:a16="http://schemas.microsoft.com/office/drawing/2014/main" id="{45BB7166-E008-49D6-8450-A5312FEF5DA3}"/>
              </a:ext>
            </a:extLst>
          </p:cNvPr>
          <p:cNvSpPr>
            <a:spLocks noGrp="1"/>
          </p:cNvSpPr>
          <p:nvPr>
            <p:ph type="pic" sz="quarter" idx="34" hasCustomPrompt="1"/>
          </p:nvPr>
        </p:nvSpPr>
        <p:spPr>
          <a:xfrm>
            <a:off x="4088297" y="1952049"/>
            <a:ext cx="1476951" cy="1476951"/>
          </a:xfrm>
          <a:solidFill>
            <a:schemeClr val="bg1">
              <a:lumMod val="95000"/>
              <a:alpha val="70000"/>
            </a:schemeClr>
          </a:solidFill>
          <a:ln w="12700" cap="flat">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Insert or Drag and Drop Image Here</a:t>
            </a:r>
          </a:p>
        </p:txBody>
      </p:sp>
      <p:sp>
        <p:nvSpPr>
          <p:cNvPr id="45" name="Text Placeholder 8">
            <a:extLst>
              <a:ext uri="{FF2B5EF4-FFF2-40B4-BE49-F238E27FC236}">
                <a16:creationId xmlns:a16="http://schemas.microsoft.com/office/drawing/2014/main" id="{0AE9D0EE-057F-4334-8F2F-646129CE3052}"/>
              </a:ext>
            </a:extLst>
          </p:cNvPr>
          <p:cNvSpPr>
            <a:spLocks noGrp="1"/>
          </p:cNvSpPr>
          <p:nvPr>
            <p:ph type="body" sz="quarter" idx="35" hasCustomPrompt="1"/>
          </p:nvPr>
        </p:nvSpPr>
        <p:spPr>
          <a:xfrm>
            <a:off x="4088297" y="3557684"/>
            <a:ext cx="2830441" cy="395805"/>
          </a:xfrm>
        </p:spPr>
        <p:txBody>
          <a:bodyPr anchor="b"/>
          <a:lstStyle>
            <a:lvl1pPr marL="0" indent="0" algn="l">
              <a:buFont typeface="Arial" panose="020B0604020202020204" pitchFamily="34" charset="0"/>
              <a:buNone/>
              <a:defRPr sz="2400"/>
            </a:lvl1pPr>
          </a:lstStyle>
          <a:p>
            <a:pPr lvl="0"/>
            <a:r>
              <a:rPr lang="en-US" noProof="0"/>
              <a:t>Name</a:t>
            </a:r>
          </a:p>
        </p:txBody>
      </p:sp>
      <p:sp>
        <p:nvSpPr>
          <p:cNvPr id="46" name="Text Placeholder 10">
            <a:extLst>
              <a:ext uri="{FF2B5EF4-FFF2-40B4-BE49-F238E27FC236}">
                <a16:creationId xmlns:a16="http://schemas.microsoft.com/office/drawing/2014/main" id="{63EC5DB9-C6BA-4136-BE69-07558AC30E96}"/>
              </a:ext>
            </a:extLst>
          </p:cNvPr>
          <p:cNvSpPr>
            <a:spLocks noGrp="1"/>
          </p:cNvSpPr>
          <p:nvPr>
            <p:ph type="body" sz="quarter" idx="36" hasCustomPrompt="1"/>
          </p:nvPr>
        </p:nvSpPr>
        <p:spPr>
          <a:xfrm>
            <a:off x="4088297" y="4452773"/>
            <a:ext cx="2830441" cy="1250615"/>
          </a:xfrm>
        </p:spPr>
        <p:txBody>
          <a:bodyPr/>
          <a:lstStyle>
            <a:lvl1pPr marL="0" indent="0" algn="l">
              <a:buNone/>
              <a:defRPr sz="1400">
                <a:solidFill>
                  <a:schemeClr val="tx1">
                    <a:lumMod val="50000"/>
                    <a:lumOff val="50000"/>
                  </a:schemeClr>
                </a:solidFill>
              </a:defRPr>
            </a:lvl1pPr>
          </a:lstStyle>
          <a:p>
            <a:pPr lvl="0"/>
            <a:r>
              <a:rPr lang="en-US" noProof="0"/>
              <a:t>Short Bio</a:t>
            </a:r>
          </a:p>
        </p:txBody>
      </p:sp>
      <p:sp>
        <p:nvSpPr>
          <p:cNvPr id="47" name="Text Placeholder 8">
            <a:extLst>
              <a:ext uri="{FF2B5EF4-FFF2-40B4-BE49-F238E27FC236}">
                <a16:creationId xmlns:a16="http://schemas.microsoft.com/office/drawing/2014/main" id="{99CC3712-4773-4EA8-B93D-6D6062E08631}"/>
              </a:ext>
            </a:extLst>
          </p:cNvPr>
          <p:cNvSpPr>
            <a:spLocks noGrp="1"/>
          </p:cNvSpPr>
          <p:nvPr>
            <p:ph type="body" sz="quarter" idx="37" hasCustomPrompt="1"/>
          </p:nvPr>
        </p:nvSpPr>
        <p:spPr>
          <a:xfrm>
            <a:off x="4088297" y="4082173"/>
            <a:ext cx="2830441" cy="245885"/>
          </a:xfrm>
        </p:spPr>
        <p:txBody>
          <a:bodyPr/>
          <a:lstStyle>
            <a:lvl1pPr marL="0" indent="0" algn="l">
              <a:buFont typeface="Arial" panose="020B0604020202020204" pitchFamily="34" charset="0"/>
              <a:buNone/>
              <a:defRPr sz="1400">
                <a:solidFill>
                  <a:schemeClr val="bg1">
                    <a:lumMod val="50000"/>
                  </a:schemeClr>
                </a:solidFill>
              </a:defRPr>
            </a:lvl1pPr>
          </a:lstStyle>
          <a:p>
            <a:pPr lvl="0"/>
            <a:r>
              <a:rPr lang="en-US" noProof="0"/>
              <a:t>Title</a:t>
            </a:r>
          </a:p>
        </p:txBody>
      </p:sp>
      <p:sp>
        <p:nvSpPr>
          <p:cNvPr id="48" name="Picture Placeholder 4">
            <a:extLst>
              <a:ext uri="{FF2B5EF4-FFF2-40B4-BE49-F238E27FC236}">
                <a16:creationId xmlns:a16="http://schemas.microsoft.com/office/drawing/2014/main" id="{B8CCF0D9-2E35-46E1-9212-1B3509896D23}"/>
              </a:ext>
            </a:extLst>
          </p:cNvPr>
          <p:cNvSpPr>
            <a:spLocks noGrp="1"/>
          </p:cNvSpPr>
          <p:nvPr>
            <p:ph type="pic" sz="quarter" idx="38" hasCustomPrompt="1"/>
          </p:nvPr>
        </p:nvSpPr>
        <p:spPr>
          <a:xfrm>
            <a:off x="7744794" y="1952049"/>
            <a:ext cx="1476951" cy="1476951"/>
          </a:xfrm>
          <a:solidFill>
            <a:schemeClr val="bg1">
              <a:lumMod val="95000"/>
              <a:alpha val="70000"/>
            </a:schemeClr>
          </a:solidFill>
          <a:ln w="12700" cap="flat">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dirty="0"/>
              <a:t>Insert or Drag and Drop Image Here</a:t>
            </a:r>
          </a:p>
        </p:txBody>
      </p:sp>
      <p:sp>
        <p:nvSpPr>
          <p:cNvPr id="49" name="Text Placeholder 8">
            <a:extLst>
              <a:ext uri="{FF2B5EF4-FFF2-40B4-BE49-F238E27FC236}">
                <a16:creationId xmlns:a16="http://schemas.microsoft.com/office/drawing/2014/main" id="{D919871E-8721-4C49-8AB2-C0D348DAFA5B}"/>
              </a:ext>
            </a:extLst>
          </p:cNvPr>
          <p:cNvSpPr>
            <a:spLocks noGrp="1"/>
          </p:cNvSpPr>
          <p:nvPr>
            <p:ph type="body" sz="quarter" idx="39" hasCustomPrompt="1"/>
          </p:nvPr>
        </p:nvSpPr>
        <p:spPr>
          <a:xfrm>
            <a:off x="7744794" y="3557684"/>
            <a:ext cx="2830441" cy="395805"/>
          </a:xfrm>
        </p:spPr>
        <p:txBody>
          <a:bodyPr anchor="b"/>
          <a:lstStyle>
            <a:lvl1pPr marL="0" indent="0" algn="l">
              <a:buFont typeface="Arial" panose="020B0604020202020204" pitchFamily="34" charset="0"/>
              <a:buNone/>
              <a:defRPr sz="2400"/>
            </a:lvl1pPr>
          </a:lstStyle>
          <a:p>
            <a:pPr lvl="0"/>
            <a:r>
              <a:rPr lang="en-US" noProof="0"/>
              <a:t>Name</a:t>
            </a:r>
          </a:p>
        </p:txBody>
      </p:sp>
      <p:sp>
        <p:nvSpPr>
          <p:cNvPr id="50" name="Text Placeholder 10">
            <a:extLst>
              <a:ext uri="{FF2B5EF4-FFF2-40B4-BE49-F238E27FC236}">
                <a16:creationId xmlns:a16="http://schemas.microsoft.com/office/drawing/2014/main" id="{7D780DEF-5C9E-4113-965F-1F5355E35E52}"/>
              </a:ext>
            </a:extLst>
          </p:cNvPr>
          <p:cNvSpPr>
            <a:spLocks noGrp="1"/>
          </p:cNvSpPr>
          <p:nvPr>
            <p:ph type="body" sz="quarter" idx="40" hasCustomPrompt="1"/>
          </p:nvPr>
        </p:nvSpPr>
        <p:spPr>
          <a:xfrm>
            <a:off x="7744794" y="4452773"/>
            <a:ext cx="2830441" cy="1250615"/>
          </a:xfrm>
        </p:spPr>
        <p:txBody>
          <a:bodyPr/>
          <a:lstStyle>
            <a:lvl1pPr marL="0" indent="0" algn="l">
              <a:buNone/>
              <a:defRPr sz="1400">
                <a:solidFill>
                  <a:schemeClr val="tx1">
                    <a:lumMod val="50000"/>
                    <a:lumOff val="50000"/>
                  </a:schemeClr>
                </a:solidFill>
              </a:defRPr>
            </a:lvl1pPr>
          </a:lstStyle>
          <a:p>
            <a:pPr lvl="0"/>
            <a:r>
              <a:rPr lang="en-US" noProof="0"/>
              <a:t>Short Bio</a:t>
            </a:r>
          </a:p>
        </p:txBody>
      </p:sp>
      <p:sp>
        <p:nvSpPr>
          <p:cNvPr id="51" name="Text Placeholder 8">
            <a:extLst>
              <a:ext uri="{FF2B5EF4-FFF2-40B4-BE49-F238E27FC236}">
                <a16:creationId xmlns:a16="http://schemas.microsoft.com/office/drawing/2014/main" id="{3BC28981-C986-493A-8659-FAE5C4402348}"/>
              </a:ext>
            </a:extLst>
          </p:cNvPr>
          <p:cNvSpPr>
            <a:spLocks noGrp="1"/>
          </p:cNvSpPr>
          <p:nvPr>
            <p:ph type="body" sz="quarter" idx="41" hasCustomPrompt="1"/>
          </p:nvPr>
        </p:nvSpPr>
        <p:spPr>
          <a:xfrm>
            <a:off x="7744794" y="4082173"/>
            <a:ext cx="2830441" cy="245885"/>
          </a:xfrm>
        </p:spPr>
        <p:txBody>
          <a:bodyPr/>
          <a:lstStyle>
            <a:lvl1pPr marL="0" indent="0" algn="l">
              <a:buFont typeface="Arial" panose="020B0604020202020204" pitchFamily="34" charset="0"/>
              <a:buNone/>
              <a:defRPr sz="1400">
                <a:solidFill>
                  <a:schemeClr val="bg1">
                    <a:lumMod val="50000"/>
                  </a:schemeClr>
                </a:solidFill>
              </a:defRPr>
            </a:lvl1pPr>
          </a:lstStyle>
          <a:p>
            <a:pPr lvl="0"/>
            <a:r>
              <a:rPr lang="en-US" noProof="0"/>
              <a:t>Title</a:t>
            </a:r>
          </a:p>
        </p:txBody>
      </p:sp>
      <p:sp>
        <p:nvSpPr>
          <p:cNvPr id="18" name="Slide Number Placeholder 6">
            <a:extLst>
              <a:ext uri="{FF2B5EF4-FFF2-40B4-BE49-F238E27FC236}">
                <a16:creationId xmlns:a16="http://schemas.microsoft.com/office/drawing/2014/main" id="{AE8F62FC-AFDE-3E45-856E-4C504FC42FEC}"/>
              </a:ext>
            </a:extLst>
          </p:cNvPr>
          <p:cNvSpPr>
            <a:spLocks noGrp="1"/>
          </p:cNvSpPr>
          <p:nvPr>
            <p:ph type="sldNum" sz="quarter" idx="42"/>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32126431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am 6 Membe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a:xfrm>
            <a:off x="432000" y="432000"/>
            <a:ext cx="10143235" cy="432000"/>
          </a:xfrm>
        </p:spPr>
        <p:txBody>
          <a:bodyPr/>
          <a:lstStyle>
            <a:lvl1pPr>
              <a:defRPr>
                <a:solidFill>
                  <a:schemeClr val="tx1">
                    <a:lumMod val="75000"/>
                    <a:lumOff val="25000"/>
                  </a:schemeClr>
                </a:solidFill>
              </a:defRPr>
            </a:lvl1pPr>
          </a:lstStyle>
          <a:p>
            <a:r>
              <a:rPr lang="en-US" noProof="0"/>
              <a:t>Click to edit Master title style</a:t>
            </a:r>
          </a:p>
        </p:txBody>
      </p:sp>
      <p:sp>
        <p:nvSpPr>
          <p:cNvPr id="5" name="Text Placeholder 4">
            <a:extLst>
              <a:ext uri="{FF2B5EF4-FFF2-40B4-BE49-F238E27FC236}">
                <a16:creationId xmlns:a16="http://schemas.microsoft.com/office/drawing/2014/main" id="{D52B871F-F800-4B02-8408-FF5D438CFEC4}"/>
              </a:ext>
            </a:extLst>
          </p:cNvPr>
          <p:cNvSpPr>
            <a:spLocks noGrp="1"/>
          </p:cNvSpPr>
          <p:nvPr>
            <p:ph type="body" sz="quarter" idx="13" hasCustomPrompt="1"/>
          </p:nvPr>
        </p:nvSpPr>
        <p:spPr>
          <a:xfrm>
            <a:off x="431800" y="1008000"/>
            <a:ext cx="10144125"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28" name="Picture Placeholder 15">
            <a:extLst>
              <a:ext uri="{FF2B5EF4-FFF2-40B4-BE49-F238E27FC236}">
                <a16:creationId xmlns:a16="http://schemas.microsoft.com/office/drawing/2014/main" id="{12424001-B070-42CA-89F1-75B99FC8EDEF}"/>
              </a:ext>
            </a:extLst>
          </p:cNvPr>
          <p:cNvSpPr>
            <a:spLocks noGrp="1"/>
          </p:cNvSpPr>
          <p:nvPr>
            <p:ph type="pic" sz="quarter" idx="41"/>
          </p:nvPr>
        </p:nvSpPr>
        <p:spPr>
          <a:xfrm>
            <a:off x="492656" y="2256300"/>
            <a:ext cx="1217130" cy="1217130"/>
          </a:xfrm>
          <a:noFill/>
          <a:ln w="12700" cap="sq">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a:t>Click icon to add picture</a:t>
            </a:r>
            <a:endParaRPr lang="en-US" noProof="0" dirty="0"/>
          </a:p>
        </p:txBody>
      </p:sp>
      <p:sp>
        <p:nvSpPr>
          <p:cNvPr id="18" name="Text Placeholder 8">
            <a:extLst>
              <a:ext uri="{FF2B5EF4-FFF2-40B4-BE49-F238E27FC236}">
                <a16:creationId xmlns:a16="http://schemas.microsoft.com/office/drawing/2014/main" id="{CCB83A93-C7AE-47A8-B9E0-8263B17F95ED}"/>
              </a:ext>
            </a:extLst>
          </p:cNvPr>
          <p:cNvSpPr>
            <a:spLocks noGrp="1"/>
          </p:cNvSpPr>
          <p:nvPr>
            <p:ph type="body" sz="quarter" idx="17" hasCustomPrompt="1"/>
          </p:nvPr>
        </p:nvSpPr>
        <p:spPr>
          <a:xfrm>
            <a:off x="1867409" y="2418150"/>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19" name="Text Placeholder 10">
            <a:extLst>
              <a:ext uri="{FF2B5EF4-FFF2-40B4-BE49-F238E27FC236}">
                <a16:creationId xmlns:a16="http://schemas.microsoft.com/office/drawing/2014/main" id="{39B06680-6760-4677-A285-43552615E9EA}"/>
              </a:ext>
            </a:extLst>
          </p:cNvPr>
          <p:cNvSpPr>
            <a:spLocks noGrp="1"/>
          </p:cNvSpPr>
          <p:nvPr>
            <p:ph type="body" sz="quarter" idx="18" hasCustomPrompt="1"/>
          </p:nvPr>
        </p:nvSpPr>
        <p:spPr>
          <a:xfrm>
            <a:off x="1883223" y="3118312"/>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29" name="Picture Placeholder 15">
            <a:extLst>
              <a:ext uri="{FF2B5EF4-FFF2-40B4-BE49-F238E27FC236}">
                <a16:creationId xmlns:a16="http://schemas.microsoft.com/office/drawing/2014/main" id="{06D803D4-7F73-49F7-9CC0-E376C2AB01D5}"/>
              </a:ext>
            </a:extLst>
          </p:cNvPr>
          <p:cNvSpPr>
            <a:spLocks noGrp="1"/>
          </p:cNvSpPr>
          <p:nvPr>
            <p:ph type="pic" sz="quarter" idx="42"/>
          </p:nvPr>
        </p:nvSpPr>
        <p:spPr>
          <a:xfrm>
            <a:off x="4060200" y="2256300"/>
            <a:ext cx="1217130" cy="1217130"/>
          </a:xfrm>
          <a:noFill/>
          <a:ln w="12700" cap="sq">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a:t>Click icon to add picture</a:t>
            </a:r>
            <a:endParaRPr lang="en-US" noProof="0" dirty="0"/>
          </a:p>
        </p:txBody>
      </p:sp>
      <p:sp>
        <p:nvSpPr>
          <p:cNvPr id="36" name="Text Placeholder 8">
            <a:extLst>
              <a:ext uri="{FF2B5EF4-FFF2-40B4-BE49-F238E27FC236}">
                <a16:creationId xmlns:a16="http://schemas.microsoft.com/office/drawing/2014/main" id="{699E3971-F6B4-4373-8EB1-BC6983DD8270}"/>
              </a:ext>
            </a:extLst>
          </p:cNvPr>
          <p:cNvSpPr>
            <a:spLocks noGrp="1"/>
          </p:cNvSpPr>
          <p:nvPr>
            <p:ph type="body" sz="quarter" idx="49" hasCustomPrompt="1"/>
          </p:nvPr>
        </p:nvSpPr>
        <p:spPr>
          <a:xfrm>
            <a:off x="5434954" y="2418150"/>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37" name="Text Placeholder 10">
            <a:extLst>
              <a:ext uri="{FF2B5EF4-FFF2-40B4-BE49-F238E27FC236}">
                <a16:creationId xmlns:a16="http://schemas.microsoft.com/office/drawing/2014/main" id="{3DF8F758-B96D-49B8-83B7-07FA39EFE0AB}"/>
              </a:ext>
            </a:extLst>
          </p:cNvPr>
          <p:cNvSpPr>
            <a:spLocks noGrp="1"/>
          </p:cNvSpPr>
          <p:nvPr>
            <p:ph type="body" sz="quarter" idx="50" hasCustomPrompt="1"/>
          </p:nvPr>
        </p:nvSpPr>
        <p:spPr>
          <a:xfrm>
            <a:off x="5442861" y="3118312"/>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30" name="Picture Placeholder 15">
            <a:extLst>
              <a:ext uri="{FF2B5EF4-FFF2-40B4-BE49-F238E27FC236}">
                <a16:creationId xmlns:a16="http://schemas.microsoft.com/office/drawing/2014/main" id="{55A4F561-30F1-443F-9FFB-05E1EC71524E}"/>
              </a:ext>
            </a:extLst>
          </p:cNvPr>
          <p:cNvSpPr>
            <a:spLocks noGrp="1"/>
          </p:cNvSpPr>
          <p:nvPr>
            <p:ph type="pic" sz="quarter" idx="43"/>
          </p:nvPr>
        </p:nvSpPr>
        <p:spPr>
          <a:xfrm>
            <a:off x="7627744" y="2256300"/>
            <a:ext cx="1217130" cy="1217130"/>
          </a:xfrm>
          <a:noFill/>
          <a:ln w="12700" cap="sq">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a:t>Click icon to add picture</a:t>
            </a:r>
            <a:endParaRPr lang="en-US" noProof="0" dirty="0"/>
          </a:p>
        </p:txBody>
      </p:sp>
      <p:sp>
        <p:nvSpPr>
          <p:cNvPr id="40" name="Text Placeholder 8">
            <a:extLst>
              <a:ext uri="{FF2B5EF4-FFF2-40B4-BE49-F238E27FC236}">
                <a16:creationId xmlns:a16="http://schemas.microsoft.com/office/drawing/2014/main" id="{DE4E9879-1917-4C45-A8A2-C6A2856F5F24}"/>
              </a:ext>
            </a:extLst>
          </p:cNvPr>
          <p:cNvSpPr>
            <a:spLocks noGrp="1"/>
          </p:cNvSpPr>
          <p:nvPr>
            <p:ph type="body" sz="quarter" idx="51" hasCustomPrompt="1"/>
          </p:nvPr>
        </p:nvSpPr>
        <p:spPr>
          <a:xfrm>
            <a:off x="9002499" y="2418150"/>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41" name="Text Placeholder 10">
            <a:extLst>
              <a:ext uri="{FF2B5EF4-FFF2-40B4-BE49-F238E27FC236}">
                <a16:creationId xmlns:a16="http://schemas.microsoft.com/office/drawing/2014/main" id="{80B361D9-9110-42D7-8F62-08046E843CF1}"/>
              </a:ext>
            </a:extLst>
          </p:cNvPr>
          <p:cNvSpPr>
            <a:spLocks noGrp="1"/>
          </p:cNvSpPr>
          <p:nvPr>
            <p:ph type="body" sz="quarter" idx="52" hasCustomPrompt="1"/>
          </p:nvPr>
        </p:nvSpPr>
        <p:spPr>
          <a:xfrm>
            <a:off x="9002499" y="3118312"/>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54" name="Picture Placeholder 15">
            <a:extLst>
              <a:ext uri="{FF2B5EF4-FFF2-40B4-BE49-F238E27FC236}">
                <a16:creationId xmlns:a16="http://schemas.microsoft.com/office/drawing/2014/main" id="{E9836B2F-D2CC-4A47-A3FE-016E92B80252}"/>
              </a:ext>
            </a:extLst>
          </p:cNvPr>
          <p:cNvSpPr>
            <a:spLocks noGrp="1"/>
          </p:cNvSpPr>
          <p:nvPr>
            <p:ph type="pic" sz="quarter" idx="55"/>
          </p:nvPr>
        </p:nvSpPr>
        <p:spPr>
          <a:xfrm>
            <a:off x="492656" y="4023015"/>
            <a:ext cx="1217130" cy="1217130"/>
          </a:xfrm>
          <a:noFill/>
          <a:ln w="12700" cap="sq">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a:t>Click icon to add picture</a:t>
            </a:r>
            <a:endParaRPr lang="en-US" noProof="0" dirty="0"/>
          </a:p>
        </p:txBody>
      </p:sp>
      <p:sp>
        <p:nvSpPr>
          <p:cNvPr id="52" name="Text Placeholder 8">
            <a:extLst>
              <a:ext uri="{FF2B5EF4-FFF2-40B4-BE49-F238E27FC236}">
                <a16:creationId xmlns:a16="http://schemas.microsoft.com/office/drawing/2014/main" id="{DF76BDBD-A22E-4EFB-A3D1-749F2F3F7894}"/>
              </a:ext>
            </a:extLst>
          </p:cNvPr>
          <p:cNvSpPr>
            <a:spLocks noGrp="1"/>
          </p:cNvSpPr>
          <p:nvPr>
            <p:ph type="body" sz="quarter" idx="53" hasCustomPrompt="1"/>
          </p:nvPr>
        </p:nvSpPr>
        <p:spPr>
          <a:xfrm>
            <a:off x="1867409" y="4184865"/>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53" name="Text Placeholder 10">
            <a:extLst>
              <a:ext uri="{FF2B5EF4-FFF2-40B4-BE49-F238E27FC236}">
                <a16:creationId xmlns:a16="http://schemas.microsoft.com/office/drawing/2014/main" id="{24F46B22-F83C-498E-920C-FE194F8F2E56}"/>
              </a:ext>
            </a:extLst>
          </p:cNvPr>
          <p:cNvSpPr>
            <a:spLocks noGrp="1"/>
          </p:cNvSpPr>
          <p:nvPr>
            <p:ph type="body" sz="quarter" idx="54" hasCustomPrompt="1"/>
          </p:nvPr>
        </p:nvSpPr>
        <p:spPr>
          <a:xfrm>
            <a:off x="1883223" y="4885027"/>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55" name="Picture Placeholder 15">
            <a:extLst>
              <a:ext uri="{FF2B5EF4-FFF2-40B4-BE49-F238E27FC236}">
                <a16:creationId xmlns:a16="http://schemas.microsoft.com/office/drawing/2014/main" id="{02EC6DDF-472F-47FF-AB50-84DEB99BB340}"/>
              </a:ext>
            </a:extLst>
          </p:cNvPr>
          <p:cNvSpPr>
            <a:spLocks noGrp="1"/>
          </p:cNvSpPr>
          <p:nvPr>
            <p:ph type="pic" sz="quarter" idx="56"/>
          </p:nvPr>
        </p:nvSpPr>
        <p:spPr>
          <a:xfrm>
            <a:off x="4060200" y="4023015"/>
            <a:ext cx="1217130" cy="1217130"/>
          </a:xfrm>
          <a:noFill/>
          <a:ln w="12700" cap="sq">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a:t>Click icon to add picture</a:t>
            </a:r>
            <a:endParaRPr lang="en-US" noProof="0" dirty="0"/>
          </a:p>
        </p:txBody>
      </p:sp>
      <p:sp>
        <p:nvSpPr>
          <p:cNvPr id="57" name="Text Placeholder 8">
            <a:extLst>
              <a:ext uri="{FF2B5EF4-FFF2-40B4-BE49-F238E27FC236}">
                <a16:creationId xmlns:a16="http://schemas.microsoft.com/office/drawing/2014/main" id="{AF5761D3-6448-4A50-A12B-FA61DEC69082}"/>
              </a:ext>
            </a:extLst>
          </p:cNvPr>
          <p:cNvSpPr>
            <a:spLocks noGrp="1"/>
          </p:cNvSpPr>
          <p:nvPr>
            <p:ph type="body" sz="quarter" idx="58" hasCustomPrompt="1"/>
          </p:nvPr>
        </p:nvSpPr>
        <p:spPr>
          <a:xfrm>
            <a:off x="5434954" y="4184865"/>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58" name="Text Placeholder 10">
            <a:extLst>
              <a:ext uri="{FF2B5EF4-FFF2-40B4-BE49-F238E27FC236}">
                <a16:creationId xmlns:a16="http://schemas.microsoft.com/office/drawing/2014/main" id="{9614D939-F32E-421B-AA15-1AAE280558C2}"/>
              </a:ext>
            </a:extLst>
          </p:cNvPr>
          <p:cNvSpPr>
            <a:spLocks noGrp="1"/>
          </p:cNvSpPr>
          <p:nvPr>
            <p:ph type="body" sz="quarter" idx="59" hasCustomPrompt="1"/>
          </p:nvPr>
        </p:nvSpPr>
        <p:spPr>
          <a:xfrm>
            <a:off x="5442861" y="4885027"/>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56" name="Picture Placeholder 15">
            <a:extLst>
              <a:ext uri="{FF2B5EF4-FFF2-40B4-BE49-F238E27FC236}">
                <a16:creationId xmlns:a16="http://schemas.microsoft.com/office/drawing/2014/main" id="{B6BBF386-2A9D-4CE1-BEA4-F34ECCB54C5B}"/>
              </a:ext>
            </a:extLst>
          </p:cNvPr>
          <p:cNvSpPr>
            <a:spLocks noGrp="1"/>
          </p:cNvSpPr>
          <p:nvPr>
            <p:ph type="pic" sz="quarter" idx="57"/>
          </p:nvPr>
        </p:nvSpPr>
        <p:spPr>
          <a:xfrm>
            <a:off x="7627744" y="4023015"/>
            <a:ext cx="1217130" cy="1217130"/>
          </a:xfrm>
          <a:noFill/>
          <a:ln w="12700" cap="sq">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noProof="0"/>
              <a:t>Click icon to add picture</a:t>
            </a:r>
            <a:endParaRPr lang="en-US" noProof="0" dirty="0"/>
          </a:p>
        </p:txBody>
      </p:sp>
      <p:sp>
        <p:nvSpPr>
          <p:cNvPr id="59" name="Text Placeholder 8">
            <a:extLst>
              <a:ext uri="{FF2B5EF4-FFF2-40B4-BE49-F238E27FC236}">
                <a16:creationId xmlns:a16="http://schemas.microsoft.com/office/drawing/2014/main" id="{B91087F7-10AB-48EF-BA8D-F8FA69431013}"/>
              </a:ext>
            </a:extLst>
          </p:cNvPr>
          <p:cNvSpPr>
            <a:spLocks noGrp="1"/>
          </p:cNvSpPr>
          <p:nvPr>
            <p:ph type="body" sz="quarter" idx="60" hasCustomPrompt="1"/>
          </p:nvPr>
        </p:nvSpPr>
        <p:spPr>
          <a:xfrm>
            <a:off x="9002499" y="4184865"/>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60" name="Text Placeholder 10">
            <a:extLst>
              <a:ext uri="{FF2B5EF4-FFF2-40B4-BE49-F238E27FC236}">
                <a16:creationId xmlns:a16="http://schemas.microsoft.com/office/drawing/2014/main" id="{66D5770C-6F0D-4847-9DCB-025E17E91441}"/>
              </a:ext>
            </a:extLst>
          </p:cNvPr>
          <p:cNvSpPr>
            <a:spLocks noGrp="1"/>
          </p:cNvSpPr>
          <p:nvPr>
            <p:ph type="body" sz="quarter" idx="61" hasCustomPrompt="1"/>
          </p:nvPr>
        </p:nvSpPr>
        <p:spPr>
          <a:xfrm>
            <a:off x="9002499" y="4885027"/>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24" name="Slide Number Placeholder 6">
            <a:extLst>
              <a:ext uri="{FF2B5EF4-FFF2-40B4-BE49-F238E27FC236}">
                <a16:creationId xmlns:a16="http://schemas.microsoft.com/office/drawing/2014/main" id="{694CD2E2-CA8B-354D-8563-5AC361B78B27}"/>
              </a:ext>
            </a:extLst>
          </p:cNvPr>
          <p:cNvSpPr>
            <a:spLocks noGrp="1"/>
          </p:cNvSpPr>
          <p:nvPr>
            <p:ph type="sldNum" sz="quarter" idx="62"/>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32128930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p:nvPr>
        </p:nvSpPr>
        <p:spPr/>
        <p:txBody>
          <a:bodyPr/>
          <a:lstStyle>
            <a:lvl1pPr>
              <a:defRPr>
                <a:solidFill>
                  <a:schemeClr val="tx1">
                    <a:lumMod val="75000"/>
                    <a:lumOff val="25000"/>
                  </a:schemeClr>
                </a:solidFill>
              </a:defRPr>
            </a:lvl1pPr>
          </a:lstStyle>
          <a:p>
            <a:r>
              <a:rPr lang="en-US" noProof="0"/>
              <a:t>Click to edit Master title style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hasCustomPrompt="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E8FE0EB3-0FF4-4285-B9D3-90A5751B7BBF}"/>
              </a:ext>
            </a:extLst>
          </p:cNvPr>
          <p:cNvSpPr>
            <a:spLocks noGrp="1"/>
          </p:cNvSpPr>
          <p:nvPr>
            <p:ph type="ftr" sz="quarter" idx="12"/>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D93E3A8D-44B7-4CCB-AEEA-A0EF560F1504}"/>
              </a:ext>
            </a:extLst>
          </p:cNvPr>
          <p:cNvSpPr>
            <a:spLocks noGrp="1"/>
          </p:cNvSpPr>
          <p:nvPr>
            <p:ph type="sldNum" sz="quarter" idx="13"/>
          </p:nvPr>
        </p:nvSpPr>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17345016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Title 4">
            <a:extLst>
              <a:ext uri="{FF2B5EF4-FFF2-40B4-BE49-F238E27FC236}">
                <a16:creationId xmlns:a16="http://schemas.microsoft.com/office/drawing/2014/main" id="{05CD2AAA-246C-4A45-BE24-C1A9DB1D3C6B}"/>
              </a:ext>
            </a:extLst>
          </p:cNvPr>
          <p:cNvSpPr>
            <a:spLocks noGrp="1"/>
          </p:cNvSpPr>
          <p:nvPr>
            <p:ph type="title"/>
          </p:nvPr>
        </p:nvSpPr>
        <p:spPr>
          <a:xfrm>
            <a:off x="432000" y="432000"/>
            <a:ext cx="10143235" cy="432000"/>
          </a:xfrm>
        </p:spPr>
        <p:txBody>
          <a:bodyPr/>
          <a:lstStyle/>
          <a:p>
            <a:r>
              <a:rPr lang="en-US" noProof="0"/>
              <a:t>Click to edit Master title style</a:t>
            </a:r>
          </a:p>
        </p:txBody>
      </p:sp>
      <p:sp>
        <p:nvSpPr>
          <p:cNvPr id="7" name="Slide Number Placeholder 6">
            <a:extLst>
              <a:ext uri="{FF2B5EF4-FFF2-40B4-BE49-F238E27FC236}">
                <a16:creationId xmlns:a16="http://schemas.microsoft.com/office/drawing/2014/main" id="{005A0092-7256-3C4E-857B-D93B1A8D2CC7}"/>
              </a:ext>
            </a:extLst>
          </p:cNvPr>
          <p:cNvSpPr>
            <a:spLocks noGrp="1"/>
          </p:cNvSpPr>
          <p:nvPr>
            <p:ph type="sldNum" sz="quarter" idx="14"/>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
        <p:nvSpPr>
          <p:cNvPr id="8" name="Content Placeholder 2">
            <a:extLst>
              <a:ext uri="{FF2B5EF4-FFF2-40B4-BE49-F238E27FC236}">
                <a16:creationId xmlns:a16="http://schemas.microsoft.com/office/drawing/2014/main" id="{109829B2-67B8-42AF-A8F6-0483C504E33A}"/>
              </a:ext>
            </a:extLst>
          </p:cNvPr>
          <p:cNvSpPr>
            <a:spLocks noGrp="1"/>
          </p:cNvSpPr>
          <p:nvPr>
            <p:ph sz="half" idx="1" hasCustomPrompt="1"/>
          </p:nvPr>
        </p:nvSpPr>
        <p:spPr>
          <a:xfrm>
            <a:off x="432000" y="1197204"/>
            <a:ext cx="4865864" cy="4979759"/>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D0953015-A379-403E-8191-D885E217C757}"/>
              </a:ext>
            </a:extLst>
          </p:cNvPr>
          <p:cNvSpPr>
            <a:spLocks noGrp="1"/>
          </p:cNvSpPr>
          <p:nvPr>
            <p:ph sz="half" idx="2" hasCustomPrompt="1"/>
          </p:nvPr>
        </p:nvSpPr>
        <p:spPr>
          <a:xfrm>
            <a:off x="5709372" y="1197204"/>
            <a:ext cx="4865864" cy="4979759"/>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8915521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948E38-8FB0-4E51-A01C-C88794372E50}"/>
              </a:ext>
            </a:extLst>
          </p:cNvPr>
          <p:cNvSpPr>
            <a:spLocks noGrp="1"/>
          </p:cNvSpPr>
          <p:nvPr>
            <p:ph idx="1" hasCustomPrompt="1"/>
          </p:nvPr>
        </p:nvSpPr>
        <p:spPr>
          <a:xfrm>
            <a:off x="432000" y="1152000"/>
            <a:ext cx="3240000" cy="503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16A38E24-EB1C-472F-B631-5DF32F9C4CF5}"/>
              </a:ext>
            </a:extLst>
          </p:cNvPr>
          <p:cNvSpPr>
            <a:spLocks noGrp="1"/>
          </p:cNvSpPr>
          <p:nvPr>
            <p:ph type="body" sz="quarter" idx="12" hasCustomPrompt="1"/>
          </p:nvPr>
        </p:nvSpPr>
        <p:spPr>
          <a:xfrm>
            <a:off x="3883617" y="1152000"/>
            <a:ext cx="3240000" cy="50387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10">
            <a:extLst>
              <a:ext uri="{FF2B5EF4-FFF2-40B4-BE49-F238E27FC236}">
                <a16:creationId xmlns:a16="http://schemas.microsoft.com/office/drawing/2014/main" id="{5B4A252E-78C9-4F76-98A4-A4B580AD072A}"/>
              </a:ext>
            </a:extLst>
          </p:cNvPr>
          <p:cNvSpPr>
            <a:spLocks noGrp="1"/>
          </p:cNvSpPr>
          <p:nvPr>
            <p:ph type="body" sz="quarter" idx="13" hasCustomPrompt="1"/>
          </p:nvPr>
        </p:nvSpPr>
        <p:spPr>
          <a:xfrm>
            <a:off x="7335235" y="1152000"/>
            <a:ext cx="3240000" cy="50387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6D4BCA97-F31B-451D-82F8-6E000DF2118A}"/>
              </a:ext>
            </a:extLst>
          </p:cNvPr>
          <p:cNvSpPr>
            <a:spLocks noGrp="1"/>
          </p:cNvSpPr>
          <p:nvPr>
            <p:ph type="ftr" sz="quarter" idx="14"/>
          </p:nvPr>
        </p:nvSpPr>
        <p:spPr/>
        <p:txBody>
          <a:bodyPr/>
          <a:lstStyle/>
          <a:p>
            <a:r>
              <a:rPr lang="en-US" noProof="0" dirty="0"/>
              <a:t>Add a footer</a:t>
            </a:r>
          </a:p>
        </p:txBody>
      </p:sp>
      <p:sp>
        <p:nvSpPr>
          <p:cNvPr id="6" name="Title 5">
            <a:extLst>
              <a:ext uri="{FF2B5EF4-FFF2-40B4-BE49-F238E27FC236}">
                <a16:creationId xmlns:a16="http://schemas.microsoft.com/office/drawing/2014/main" id="{BC3A1E70-888C-457D-AFFC-B6844C5A7A9B}"/>
              </a:ext>
            </a:extLst>
          </p:cNvPr>
          <p:cNvSpPr>
            <a:spLocks noGrp="1"/>
          </p:cNvSpPr>
          <p:nvPr>
            <p:ph type="title"/>
          </p:nvPr>
        </p:nvSpPr>
        <p:spPr>
          <a:xfrm>
            <a:off x="432000" y="432000"/>
            <a:ext cx="10143235" cy="432000"/>
          </a:xfrm>
        </p:spPr>
        <p:txBody>
          <a:bodyPr/>
          <a:lstStyle/>
          <a:p>
            <a:r>
              <a:rPr lang="en-US" noProof="0"/>
              <a:t>Click to edit Master title style</a:t>
            </a:r>
          </a:p>
        </p:txBody>
      </p:sp>
      <p:sp>
        <p:nvSpPr>
          <p:cNvPr id="9" name="Slide Number Placeholder 6">
            <a:extLst>
              <a:ext uri="{FF2B5EF4-FFF2-40B4-BE49-F238E27FC236}">
                <a16:creationId xmlns:a16="http://schemas.microsoft.com/office/drawing/2014/main" id="{DB8ADDC7-03DF-504A-BCB2-CD59459CCF54}"/>
              </a:ext>
            </a:extLst>
          </p:cNvPr>
          <p:cNvSpPr>
            <a:spLocks noGrp="1"/>
          </p:cNvSpPr>
          <p:nvPr>
            <p:ph type="sldNum" sz="quarter" idx="15"/>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26543880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948E38-8FB0-4E51-A01C-C88794372E50}"/>
              </a:ext>
            </a:extLst>
          </p:cNvPr>
          <p:cNvSpPr>
            <a:spLocks noGrp="1"/>
          </p:cNvSpPr>
          <p:nvPr>
            <p:ph idx="1" hasCustomPrompt="1"/>
          </p:nvPr>
        </p:nvSpPr>
        <p:spPr>
          <a:xfrm>
            <a:off x="432000" y="1152000"/>
            <a:ext cx="1908000" cy="503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1F5B3657-F2AE-455A-BF81-1A0C2ACECD20}"/>
              </a:ext>
            </a:extLst>
          </p:cNvPr>
          <p:cNvSpPr>
            <a:spLocks noGrp="1"/>
          </p:cNvSpPr>
          <p:nvPr>
            <p:ph type="body" sz="quarter" idx="12" hasCustomPrompt="1"/>
          </p:nvPr>
        </p:nvSpPr>
        <p:spPr>
          <a:xfrm>
            <a:off x="2490809" y="1152525"/>
            <a:ext cx="1908000" cy="50387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2">
            <a:extLst>
              <a:ext uri="{FF2B5EF4-FFF2-40B4-BE49-F238E27FC236}">
                <a16:creationId xmlns:a16="http://schemas.microsoft.com/office/drawing/2014/main" id="{6A983D98-E0AB-429A-9EC2-B50D4216D691}"/>
              </a:ext>
            </a:extLst>
          </p:cNvPr>
          <p:cNvSpPr>
            <a:spLocks noGrp="1"/>
          </p:cNvSpPr>
          <p:nvPr>
            <p:ph type="body" sz="quarter" idx="13" hasCustomPrompt="1"/>
          </p:nvPr>
        </p:nvSpPr>
        <p:spPr>
          <a:xfrm>
            <a:off x="4549618" y="1152525"/>
            <a:ext cx="1908000" cy="50387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4">
            <a:extLst>
              <a:ext uri="{FF2B5EF4-FFF2-40B4-BE49-F238E27FC236}">
                <a16:creationId xmlns:a16="http://schemas.microsoft.com/office/drawing/2014/main" id="{755213BF-EF6D-45DC-A01B-DE6C2F23A6D2}"/>
              </a:ext>
            </a:extLst>
          </p:cNvPr>
          <p:cNvSpPr>
            <a:spLocks noGrp="1"/>
          </p:cNvSpPr>
          <p:nvPr>
            <p:ph type="body" sz="quarter" idx="14" hasCustomPrompt="1"/>
          </p:nvPr>
        </p:nvSpPr>
        <p:spPr>
          <a:xfrm>
            <a:off x="6608427" y="1148060"/>
            <a:ext cx="1908000" cy="50387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ext Placeholder 16">
            <a:extLst>
              <a:ext uri="{FF2B5EF4-FFF2-40B4-BE49-F238E27FC236}">
                <a16:creationId xmlns:a16="http://schemas.microsoft.com/office/drawing/2014/main" id="{77D6BBBA-F4A3-45D4-91BC-A405FFDC7C3D}"/>
              </a:ext>
            </a:extLst>
          </p:cNvPr>
          <p:cNvSpPr>
            <a:spLocks noGrp="1"/>
          </p:cNvSpPr>
          <p:nvPr>
            <p:ph type="body" sz="quarter" idx="15" hasCustomPrompt="1"/>
          </p:nvPr>
        </p:nvSpPr>
        <p:spPr>
          <a:xfrm>
            <a:off x="8667235" y="1152525"/>
            <a:ext cx="1908000" cy="50387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2D09234E-176D-4BBF-9391-7B6F018C51AB}"/>
              </a:ext>
            </a:extLst>
          </p:cNvPr>
          <p:cNvSpPr>
            <a:spLocks noGrp="1"/>
          </p:cNvSpPr>
          <p:nvPr>
            <p:ph type="ftr" sz="quarter" idx="16"/>
          </p:nvPr>
        </p:nvSpPr>
        <p:spPr/>
        <p:txBody>
          <a:bodyPr/>
          <a:lstStyle/>
          <a:p>
            <a:r>
              <a:rPr lang="en-US" noProof="0" dirty="0"/>
              <a:t>Add a footer</a:t>
            </a:r>
          </a:p>
        </p:txBody>
      </p:sp>
      <p:sp>
        <p:nvSpPr>
          <p:cNvPr id="6" name="Title 5">
            <a:extLst>
              <a:ext uri="{FF2B5EF4-FFF2-40B4-BE49-F238E27FC236}">
                <a16:creationId xmlns:a16="http://schemas.microsoft.com/office/drawing/2014/main" id="{0219BBF2-DEB7-4E8E-8C83-D3D10FA6E37E}"/>
              </a:ext>
            </a:extLst>
          </p:cNvPr>
          <p:cNvSpPr>
            <a:spLocks noGrp="1"/>
          </p:cNvSpPr>
          <p:nvPr>
            <p:ph type="title"/>
          </p:nvPr>
        </p:nvSpPr>
        <p:spPr>
          <a:xfrm>
            <a:off x="432000" y="432000"/>
            <a:ext cx="10143235" cy="432000"/>
          </a:xfrm>
        </p:spPr>
        <p:txBody>
          <a:bodyPr/>
          <a:lstStyle/>
          <a:p>
            <a:r>
              <a:rPr lang="en-US" noProof="0"/>
              <a:t>Click to edit Master title style</a:t>
            </a:r>
          </a:p>
        </p:txBody>
      </p:sp>
      <p:sp>
        <p:nvSpPr>
          <p:cNvPr id="10" name="Slide Number Placeholder 6">
            <a:extLst>
              <a:ext uri="{FF2B5EF4-FFF2-40B4-BE49-F238E27FC236}">
                <a16:creationId xmlns:a16="http://schemas.microsoft.com/office/drawing/2014/main" id="{08BEF633-490C-6441-95CA-B2301D2D96DC}"/>
              </a:ext>
            </a:extLst>
          </p:cNvPr>
          <p:cNvSpPr>
            <a:spLocks noGrp="1"/>
          </p:cNvSpPr>
          <p:nvPr>
            <p:ph type="sldNum" sz="quarter" idx="17"/>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9748372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322B50D-6A7D-41C6-BA57-613BC231DF36}"/>
              </a:ext>
            </a:extLst>
          </p:cNvPr>
          <p:cNvSpPr>
            <a:spLocks noGrp="1"/>
          </p:cNvSpPr>
          <p:nvPr>
            <p:ph type="body" idx="1" hasCustomPrompt="1"/>
          </p:nvPr>
        </p:nvSpPr>
        <p:spPr>
          <a:xfrm>
            <a:off x="432000" y="1152000"/>
            <a:ext cx="4860000" cy="360000"/>
          </a:xfrm>
        </p:spPr>
        <p:txBody>
          <a:bodyPr anchor="t"/>
          <a:lstStyle>
            <a:lvl1pPr marL="0" indent="0">
              <a:buNone/>
              <a:defRPr sz="2400" b="1">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a:extLst>
              <a:ext uri="{FF2B5EF4-FFF2-40B4-BE49-F238E27FC236}">
                <a16:creationId xmlns:a16="http://schemas.microsoft.com/office/drawing/2014/main" id="{9FD584DA-F775-47B8-A1D7-6556AD5FCBD2}"/>
              </a:ext>
            </a:extLst>
          </p:cNvPr>
          <p:cNvSpPr>
            <a:spLocks noGrp="1"/>
          </p:cNvSpPr>
          <p:nvPr>
            <p:ph sz="half" idx="2" hasCustomPrompt="1"/>
          </p:nvPr>
        </p:nvSpPr>
        <p:spPr>
          <a:xfrm>
            <a:off x="432000" y="1584000"/>
            <a:ext cx="4860000" cy="4608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6" name="Title 5">
            <a:extLst>
              <a:ext uri="{FF2B5EF4-FFF2-40B4-BE49-F238E27FC236}">
                <a16:creationId xmlns:a16="http://schemas.microsoft.com/office/drawing/2014/main" id="{3673AE6F-1F65-4C50-B8BB-3CE8E3C02F5E}"/>
              </a:ext>
            </a:extLst>
          </p:cNvPr>
          <p:cNvSpPr>
            <a:spLocks noGrp="1"/>
          </p:cNvSpPr>
          <p:nvPr>
            <p:ph type="title"/>
          </p:nvPr>
        </p:nvSpPr>
        <p:spPr>
          <a:xfrm>
            <a:off x="432000" y="432000"/>
            <a:ext cx="10143235" cy="432000"/>
          </a:xfrm>
        </p:spPr>
        <p:txBody>
          <a:bodyPr/>
          <a:lstStyle/>
          <a:p>
            <a:r>
              <a:rPr lang="en-US" noProof="0"/>
              <a:t>Click to edit Master title style</a:t>
            </a:r>
          </a:p>
        </p:txBody>
      </p:sp>
      <p:sp>
        <p:nvSpPr>
          <p:cNvPr id="9" name="Slide Number Placeholder 6">
            <a:extLst>
              <a:ext uri="{FF2B5EF4-FFF2-40B4-BE49-F238E27FC236}">
                <a16:creationId xmlns:a16="http://schemas.microsoft.com/office/drawing/2014/main" id="{EFE5FCFC-5862-8346-B282-9ACAE5AA2B95}"/>
              </a:ext>
            </a:extLst>
          </p:cNvPr>
          <p:cNvSpPr>
            <a:spLocks noGrp="1"/>
          </p:cNvSpPr>
          <p:nvPr>
            <p:ph type="sldNum" sz="quarter" idx="15"/>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
        <p:nvSpPr>
          <p:cNvPr id="10" name="Content Placeholder 5">
            <a:extLst>
              <a:ext uri="{FF2B5EF4-FFF2-40B4-BE49-F238E27FC236}">
                <a16:creationId xmlns:a16="http://schemas.microsoft.com/office/drawing/2014/main" id="{484CD98A-64EE-42B1-9A8B-F495FEF2E9FE}"/>
              </a:ext>
            </a:extLst>
          </p:cNvPr>
          <p:cNvSpPr>
            <a:spLocks noGrp="1"/>
          </p:cNvSpPr>
          <p:nvPr>
            <p:ph sz="quarter" idx="4" hasCustomPrompt="1"/>
          </p:nvPr>
        </p:nvSpPr>
        <p:spPr>
          <a:xfrm>
            <a:off x="5715235" y="1581663"/>
            <a:ext cx="4786225" cy="4608000"/>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4">
            <a:extLst>
              <a:ext uri="{FF2B5EF4-FFF2-40B4-BE49-F238E27FC236}">
                <a16:creationId xmlns:a16="http://schemas.microsoft.com/office/drawing/2014/main" id="{99F7B39C-4DE9-4650-869E-0410A8E29AAA}"/>
              </a:ext>
            </a:extLst>
          </p:cNvPr>
          <p:cNvSpPr>
            <a:spLocks noGrp="1"/>
          </p:cNvSpPr>
          <p:nvPr>
            <p:ph type="body" sz="quarter" idx="3" hasCustomPrompt="1"/>
          </p:nvPr>
        </p:nvSpPr>
        <p:spPr>
          <a:xfrm>
            <a:off x="5715235" y="1151999"/>
            <a:ext cx="4860000" cy="359999"/>
          </a:xfrm>
        </p:spPr>
        <p:txBody>
          <a:bodyPr vert="horz" lIns="0" tIns="0" rIns="0" bIns="0" rtlCol="0" anchor="t">
            <a:noAutofit/>
          </a:bodyPr>
          <a:lstStyle>
            <a:lvl1pPr marL="0" indent="0">
              <a:buNone/>
              <a:defRPr lang="en-US" sz="2400" b="1"/>
            </a:lvl1pPr>
          </a:lstStyle>
          <a:p>
            <a:pPr marL="266700" lvl="0" indent="-266700"/>
            <a:r>
              <a:rPr lang="en-US" noProof="0"/>
              <a:t>Edit Master text styles</a:t>
            </a:r>
          </a:p>
        </p:txBody>
      </p:sp>
    </p:spTree>
    <p:extLst>
      <p:ext uri="{BB962C8B-B14F-4D97-AF65-F5344CB8AC3E}">
        <p14:creationId xmlns:p14="http://schemas.microsoft.com/office/powerpoint/2010/main" val="21390986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4" name="Slide Number Placeholder 6">
            <a:extLst>
              <a:ext uri="{FF2B5EF4-FFF2-40B4-BE49-F238E27FC236}">
                <a16:creationId xmlns:a16="http://schemas.microsoft.com/office/drawing/2014/main" id="{B5454C20-CBD2-8F4B-8A28-F61813EE96D8}"/>
              </a:ext>
            </a:extLst>
          </p:cNvPr>
          <p:cNvSpPr>
            <a:spLocks noGrp="1"/>
          </p:cNvSpPr>
          <p:nvPr>
            <p:ph type="sldNum" sz="quarter" idx="13"/>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
        <p:nvSpPr>
          <p:cNvPr id="5" name="Title 1">
            <a:extLst>
              <a:ext uri="{FF2B5EF4-FFF2-40B4-BE49-F238E27FC236}">
                <a16:creationId xmlns:a16="http://schemas.microsoft.com/office/drawing/2014/main" id="{5FFE2F7D-AF1E-41D2-8D7B-FE0BB1B572EA}"/>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
        <p:nvSpPr>
          <p:cNvPr id="6" name="Text Placeholder 3">
            <a:extLst>
              <a:ext uri="{FF2B5EF4-FFF2-40B4-BE49-F238E27FC236}">
                <a16:creationId xmlns:a16="http://schemas.microsoft.com/office/drawing/2014/main" id="{E7336E73-8189-49DD-8813-80CD92FB5701}"/>
              </a:ext>
            </a:extLst>
          </p:cNvPr>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7" name="Content Placeholder 2">
            <a:extLst>
              <a:ext uri="{FF2B5EF4-FFF2-40B4-BE49-F238E27FC236}">
                <a16:creationId xmlns:a16="http://schemas.microsoft.com/office/drawing/2014/main" id="{6F8D5478-FA4F-48AE-8588-59081070B7D7}"/>
              </a:ext>
            </a:extLst>
          </p:cNvPr>
          <p:cNvSpPr>
            <a:spLocks noGrp="1"/>
          </p:cNvSpPr>
          <p:nvPr>
            <p:ph idx="1" hasCustomPrompt="1"/>
          </p:nvPr>
        </p:nvSpPr>
        <p:spPr>
          <a:xfrm>
            <a:off x="5183188" y="457201"/>
            <a:ext cx="5082602" cy="5403850"/>
          </a:xfrm>
        </p:spPr>
        <p:txBody>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217804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4" name="Slide Number Placeholder 6">
            <a:extLst>
              <a:ext uri="{FF2B5EF4-FFF2-40B4-BE49-F238E27FC236}">
                <a16:creationId xmlns:a16="http://schemas.microsoft.com/office/drawing/2014/main" id="{B5454C20-CBD2-8F4B-8A28-F61813EE96D8}"/>
              </a:ext>
            </a:extLst>
          </p:cNvPr>
          <p:cNvSpPr>
            <a:spLocks noGrp="1"/>
          </p:cNvSpPr>
          <p:nvPr>
            <p:ph type="sldNum" sz="quarter" idx="13"/>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
        <p:nvSpPr>
          <p:cNvPr id="5" name="Title 1">
            <a:extLst>
              <a:ext uri="{FF2B5EF4-FFF2-40B4-BE49-F238E27FC236}">
                <a16:creationId xmlns:a16="http://schemas.microsoft.com/office/drawing/2014/main" id="{5FFE2F7D-AF1E-41D2-8D7B-FE0BB1B572EA}"/>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
        <p:nvSpPr>
          <p:cNvPr id="6" name="Text Placeholder 3">
            <a:extLst>
              <a:ext uri="{FF2B5EF4-FFF2-40B4-BE49-F238E27FC236}">
                <a16:creationId xmlns:a16="http://schemas.microsoft.com/office/drawing/2014/main" id="{E7336E73-8189-49DD-8813-80CD92FB5701}"/>
              </a:ext>
            </a:extLst>
          </p:cNvPr>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9" name="Picture Placeholder 2">
            <a:extLst>
              <a:ext uri="{FF2B5EF4-FFF2-40B4-BE49-F238E27FC236}">
                <a16:creationId xmlns:a16="http://schemas.microsoft.com/office/drawing/2014/main" id="{050FC2D7-C428-4985-A707-D3D2DA6165E1}"/>
              </a:ext>
            </a:extLst>
          </p:cNvPr>
          <p:cNvSpPr>
            <a:spLocks noGrp="1"/>
          </p:cNvSpPr>
          <p:nvPr>
            <p:ph type="pic" idx="1"/>
          </p:nvPr>
        </p:nvSpPr>
        <p:spPr>
          <a:xfrm>
            <a:off x="5183188" y="457201"/>
            <a:ext cx="5063748"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Tree>
    <p:extLst>
      <p:ext uri="{BB962C8B-B14F-4D97-AF65-F5344CB8AC3E}">
        <p14:creationId xmlns:p14="http://schemas.microsoft.com/office/powerpoint/2010/main" val="5039245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defRPr>
                <a:solidFill>
                  <a:schemeClr val="tx1">
                    <a:lumMod val="75000"/>
                    <a:lumOff val="25000"/>
                  </a:schemeClr>
                </a:solidFill>
              </a:defRPr>
            </a:lvl1pPr>
          </a:lstStyle>
          <a:p>
            <a:r>
              <a:rPr lang="en-US" noProof="0"/>
              <a:t>Click to edit Master title style</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6" name="Slide Number Placeholder 6">
            <a:extLst>
              <a:ext uri="{FF2B5EF4-FFF2-40B4-BE49-F238E27FC236}">
                <a16:creationId xmlns:a16="http://schemas.microsoft.com/office/drawing/2014/main" id="{28DDE606-CFBE-5C4D-91D3-266C9C6E730C}"/>
              </a:ext>
            </a:extLst>
          </p:cNvPr>
          <p:cNvSpPr>
            <a:spLocks noGrp="1"/>
          </p:cNvSpPr>
          <p:nvPr>
            <p:ph type="sldNum" sz="quarter" idx="14"/>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15058552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4" name="Slide Number Placeholder 6">
            <a:extLst>
              <a:ext uri="{FF2B5EF4-FFF2-40B4-BE49-F238E27FC236}">
                <a16:creationId xmlns:a16="http://schemas.microsoft.com/office/drawing/2014/main" id="{B5454C20-CBD2-8F4B-8A28-F61813EE96D8}"/>
              </a:ext>
            </a:extLst>
          </p:cNvPr>
          <p:cNvSpPr>
            <a:spLocks noGrp="1"/>
          </p:cNvSpPr>
          <p:nvPr>
            <p:ph type="sldNum" sz="quarter" idx="13"/>
          </p:nvPr>
        </p:nvSpPr>
        <p:spPr>
          <a:xfrm>
            <a:off x="11091633" y="6456363"/>
            <a:ext cx="962795" cy="264330"/>
          </a:xfrm>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11397670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96DB5B0F-1BA3-4AE0-9821-FC62BA98D422}"/>
              </a:ext>
            </a:extLst>
          </p:cNvPr>
          <p:cNvSpPr>
            <a:spLocks noGrp="1"/>
          </p:cNvSpPr>
          <p:nvPr>
            <p:ph type="pic" sz="quarter" idx="10" hasCustomPrompt="1"/>
          </p:nvPr>
        </p:nvSpPr>
        <p:spPr>
          <a:xfrm>
            <a:off x="136525" y="136525"/>
            <a:ext cx="10817535" cy="6584950"/>
          </a:xfrm>
        </p:spPr>
        <p:txBody>
          <a:bodyPr lIns="1080000" tIns="0" rIns="0" bIns="0" anchor="ctr"/>
          <a:lstStyle>
            <a:lvl1pPr marL="0" indent="0" algn="l">
              <a:buNone/>
              <a:defRPr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and Drop Photo </a:t>
            </a:r>
            <a:br>
              <a:rPr lang="en-US" noProof="0" dirty="0"/>
            </a:br>
            <a:r>
              <a:rPr lang="en-US" noProof="0" dirty="0"/>
              <a:t>then Send to Back for overlay effect</a:t>
            </a:r>
          </a:p>
        </p:txBody>
      </p:sp>
      <p:sp>
        <p:nvSpPr>
          <p:cNvPr id="11" name="Rectangle 10">
            <a:extLst>
              <a:ext uri="{FF2B5EF4-FFF2-40B4-BE49-F238E27FC236}">
                <a16:creationId xmlns:a16="http://schemas.microsoft.com/office/drawing/2014/main" id="{3E534836-D52B-45E3-A123-FB9FFE3E0AE5}"/>
              </a:ext>
            </a:extLst>
          </p:cNvPr>
          <p:cNvSpPr/>
          <p:nvPr userDrawn="1"/>
        </p:nvSpPr>
        <p:spPr>
          <a:xfrm rot="5400000">
            <a:off x="4823394" y="590809"/>
            <a:ext cx="6584950" cy="5676382"/>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8AC2952E-380C-48F5-9C93-B1EB0713EF3E}"/>
              </a:ext>
            </a:extLst>
          </p:cNvPr>
          <p:cNvSpPr/>
          <p:nvPr userDrawn="1"/>
        </p:nvSpPr>
        <p:spPr>
          <a:xfrm rot="5400000">
            <a:off x="-3360737" y="3360737"/>
            <a:ext cx="6858000" cy="1365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4" name="Group 3">
            <a:extLst>
              <a:ext uri="{FF2B5EF4-FFF2-40B4-BE49-F238E27FC236}">
                <a16:creationId xmlns:a16="http://schemas.microsoft.com/office/drawing/2014/main" id="{A4A26770-290B-4E8A-B12A-36F7DDB7F2B1}"/>
              </a:ext>
            </a:extLst>
          </p:cNvPr>
          <p:cNvGrpSpPr/>
          <p:nvPr userDrawn="1"/>
        </p:nvGrpSpPr>
        <p:grpSpPr>
          <a:xfrm>
            <a:off x="0" y="0"/>
            <a:ext cx="5277678" cy="6858000"/>
            <a:chOff x="0" y="0"/>
            <a:chExt cx="10954058" cy="6858000"/>
          </a:xfrm>
        </p:grpSpPr>
        <p:sp>
          <p:nvSpPr>
            <p:cNvPr id="13" name="Rectangle 12">
              <a:extLst>
                <a:ext uri="{FF2B5EF4-FFF2-40B4-BE49-F238E27FC236}">
                  <a16:creationId xmlns:a16="http://schemas.microsoft.com/office/drawing/2014/main" id="{C783424E-B9B3-4D58-988A-26DEDF734F4E}"/>
                </a:ext>
              </a:extLst>
            </p:cNvPr>
            <p:cNvSpPr/>
            <p:nvPr userDrawn="1"/>
          </p:nvSpPr>
          <p:spPr>
            <a:xfrm>
              <a:off x="0" y="0"/>
              <a:ext cx="10954058" cy="1365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7332BBED-D126-4DCA-9557-B488A96E405F}"/>
                </a:ext>
              </a:extLst>
            </p:cNvPr>
            <p:cNvSpPr/>
            <p:nvPr userDrawn="1"/>
          </p:nvSpPr>
          <p:spPr>
            <a:xfrm>
              <a:off x="0" y="6721475"/>
              <a:ext cx="10954058" cy="1365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7" name="Slide Number Placeholder 6">
            <a:extLst>
              <a:ext uri="{FF2B5EF4-FFF2-40B4-BE49-F238E27FC236}">
                <a16:creationId xmlns:a16="http://schemas.microsoft.com/office/drawing/2014/main" id="{D344EF2B-4C23-4FC2-B680-617BC7D82A7E}"/>
              </a:ext>
            </a:extLst>
          </p:cNvPr>
          <p:cNvSpPr>
            <a:spLocks noGrp="1"/>
          </p:cNvSpPr>
          <p:nvPr>
            <p:ph type="sldNum" sz="quarter" idx="12"/>
          </p:nvPr>
        </p:nvSpPr>
        <p:spPr/>
        <p:txBody>
          <a:bodyPr/>
          <a:lstStyle/>
          <a:p>
            <a:r>
              <a:rPr lang="en-US" noProof="0" dirty="0"/>
              <a:t>page </a:t>
            </a:r>
            <a:fld id="{19B51A1E-902D-48AF-9020-955120F399B6}" type="slidenum">
              <a:rPr lang="en-US" b="1" i="1" noProof="0" smtClean="0"/>
              <a:pPr/>
              <a:t>‹#›</a:t>
            </a:fld>
            <a:endParaRPr lang="en-US" b="1" i="1" noProof="0"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5573044" y="2894682"/>
            <a:ext cx="5085650" cy="1870007"/>
          </a:xfrm>
        </p:spPr>
        <p:txBody>
          <a:bodyPr anchor="b"/>
          <a:lstStyle>
            <a:lvl1pPr algn="r">
              <a:defRPr sz="6600">
                <a:solidFill>
                  <a:schemeClr val="bg1"/>
                </a:solidFill>
              </a:defRPr>
            </a:lvl1pPr>
          </a:lstStyle>
          <a:p>
            <a:r>
              <a:rPr lang="en-US" noProof="0"/>
              <a:t>Thank You</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hasCustomPrompt="1"/>
          </p:nvPr>
        </p:nvSpPr>
        <p:spPr>
          <a:xfrm>
            <a:off x="5573044" y="5025053"/>
            <a:ext cx="4681330" cy="271807"/>
          </a:xfrm>
        </p:spPr>
        <p:txBody>
          <a:bodyPr/>
          <a:lstStyle>
            <a:lvl1pPr marL="0" indent="0" algn="r">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Full Name</a:t>
            </a:r>
          </a:p>
        </p:txBody>
      </p:sp>
      <p:sp>
        <p:nvSpPr>
          <p:cNvPr id="19" name="Text Placeholder 4">
            <a:extLst>
              <a:ext uri="{FF2B5EF4-FFF2-40B4-BE49-F238E27FC236}">
                <a16:creationId xmlns:a16="http://schemas.microsoft.com/office/drawing/2014/main" id="{77D147AD-3B0C-4B21-AE3D-178E0B7E360D}"/>
              </a:ext>
            </a:extLst>
          </p:cNvPr>
          <p:cNvSpPr>
            <a:spLocks noGrp="1"/>
          </p:cNvSpPr>
          <p:nvPr>
            <p:ph type="body" sz="quarter" idx="15" hasCustomPrompt="1"/>
          </p:nvPr>
        </p:nvSpPr>
        <p:spPr>
          <a:xfrm>
            <a:off x="5573044" y="5431223"/>
            <a:ext cx="4681330" cy="252000"/>
          </a:xfrm>
        </p:spPr>
        <p:txBody>
          <a:bodyPr/>
          <a:lstStyle>
            <a:lvl1pPr marL="0" indent="0" algn="r">
              <a:buNone/>
              <a:defRPr sz="1600">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Phone</a:t>
            </a:r>
          </a:p>
        </p:txBody>
      </p:sp>
      <p:sp>
        <p:nvSpPr>
          <p:cNvPr id="20" name="Text Placeholder 10">
            <a:extLst>
              <a:ext uri="{FF2B5EF4-FFF2-40B4-BE49-F238E27FC236}">
                <a16:creationId xmlns:a16="http://schemas.microsoft.com/office/drawing/2014/main" id="{6EB09218-D127-4641-A366-94360A951A0D}"/>
              </a:ext>
            </a:extLst>
          </p:cNvPr>
          <p:cNvSpPr>
            <a:spLocks noGrp="1"/>
          </p:cNvSpPr>
          <p:nvPr>
            <p:ph type="body" sz="quarter" idx="16" hasCustomPrompt="1"/>
          </p:nvPr>
        </p:nvSpPr>
        <p:spPr>
          <a:xfrm>
            <a:off x="5573044" y="5817586"/>
            <a:ext cx="4681330" cy="252000"/>
          </a:xfrm>
        </p:spPr>
        <p:txBody>
          <a:bodyPr/>
          <a:lstStyle>
            <a:lvl1pPr marL="0" indent="0" algn="r">
              <a:buNone/>
              <a:defRPr sz="1600">
                <a:solidFill>
                  <a:schemeClr val="bg1"/>
                </a:solidFill>
              </a:defRPr>
            </a:lvl1pPr>
          </a:lstStyle>
          <a:p>
            <a:pPr lvl="0"/>
            <a:r>
              <a:rPr lang="en-US" noProof="0"/>
              <a:t>Email</a:t>
            </a:r>
          </a:p>
        </p:txBody>
      </p:sp>
      <p:sp>
        <p:nvSpPr>
          <p:cNvPr id="21" name="Text Placeholder 15">
            <a:extLst>
              <a:ext uri="{FF2B5EF4-FFF2-40B4-BE49-F238E27FC236}">
                <a16:creationId xmlns:a16="http://schemas.microsoft.com/office/drawing/2014/main" id="{B9C42B1D-23D7-46D7-A8E3-6667AC7EFB66}"/>
              </a:ext>
            </a:extLst>
          </p:cNvPr>
          <p:cNvSpPr>
            <a:spLocks noGrp="1"/>
          </p:cNvSpPr>
          <p:nvPr>
            <p:ph type="body" sz="quarter" idx="17" hasCustomPrompt="1"/>
          </p:nvPr>
        </p:nvSpPr>
        <p:spPr>
          <a:xfrm>
            <a:off x="5573044" y="6203950"/>
            <a:ext cx="4683095" cy="252413"/>
          </a:xfrm>
        </p:spPr>
        <p:txBody>
          <a:bodyPr/>
          <a:lstStyle>
            <a:lvl1pPr marL="0" indent="0" algn="r">
              <a:buNone/>
              <a:defRPr sz="1600">
                <a:solidFill>
                  <a:schemeClr val="bg1"/>
                </a:solidFill>
              </a:defRPr>
            </a:lvl1pPr>
          </a:lstStyle>
          <a:p>
            <a:pPr lvl="0"/>
            <a:r>
              <a:rPr lang="en-US" noProof="0"/>
              <a:t>Website</a:t>
            </a:r>
          </a:p>
        </p:txBody>
      </p:sp>
    </p:spTree>
    <p:extLst>
      <p:ext uri="{BB962C8B-B14F-4D97-AF65-F5344CB8AC3E}">
        <p14:creationId xmlns:p14="http://schemas.microsoft.com/office/powerpoint/2010/main" val="29303866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C88D655-4406-4239-85EC-50C2308745AA}"/>
              </a:ext>
            </a:extLst>
          </p:cNvPr>
          <p:cNvSpPr/>
          <p:nvPr userDrawn="1"/>
        </p:nvSpPr>
        <p:spPr>
          <a:xfrm>
            <a:off x="145004" y="135743"/>
            <a:ext cx="11909425" cy="6584950"/>
          </a:xfrm>
          <a:prstGeom prst="rect">
            <a:avLst/>
          </a:prstGeom>
          <a:solidFill>
            <a:schemeClr val="accent4">
              <a:lumMod val="5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5" name="Group 4">
            <a:extLst>
              <a:ext uri="{FF2B5EF4-FFF2-40B4-BE49-F238E27FC236}">
                <a16:creationId xmlns:a16="http://schemas.microsoft.com/office/drawing/2014/main" id="{EC9DDC4F-A427-4A89-A8C8-29E5B3636915}"/>
              </a:ext>
            </a:extLst>
          </p:cNvPr>
          <p:cNvGrpSpPr/>
          <p:nvPr userDrawn="1"/>
        </p:nvGrpSpPr>
        <p:grpSpPr>
          <a:xfrm>
            <a:off x="5277678" y="0"/>
            <a:ext cx="5676382" cy="6858000"/>
            <a:chOff x="0" y="0"/>
            <a:chExt cx="12192000" cy="6858000"/>
          </a:xfrm>
          <a:solidFill>
            <a:schemeClr val="accent1"/>
          </a:solidFill>
        </p:grpSpPr>
        <p:sp>
          <p:nvSpPr>
            <p:cNvPr id="16" name="Rectangle 15">
              <a:extLst>
                <a:ext uri="{FF2B5EF4-FFF2-40B4-BE49-F238E27FC236}">
                  <a16:creationId xmlns:a16="http://schemas.microsoft.com/office/drawing/2014/main" id="{2116DDCD-23BC-4768-B673-35E1C415BFCE}"/>
                </a:ext>
              </a:extLst>
            </p:cNvPr>
            <p:cNvSpPr/>
            <p:nvPr userDrawn="1"/>
          </p:nvSpPr>
          <p:spPr>
            <a:xfrm>
              <a:off x="0" y="0"/>
              <a:ext cx="12192000" cy="136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ectangle 17">
              <a:extLst>
                <a:ext uri="{FF2B5EF4-FFF2-40B4-BE49-F238E27FC236}">
                  <a16:creationId xmlns:a16="http://schemas.microsoft.com/office/drawing/2014/main" id="{290EB2DE-F6E9-449A-BC72-D4F6DBBB6343}"/>
                </a:ext>
              </a:extLst>
            </p:cNvPr>
            <p:cNvSpPr/>
            <p:nvPr userDrawn="1"/>
          </p:nvSpPr>
          <p:spPr>
            <a:xfrm>
              <a:off x="0" y="6721475"/>
              <a:ext cx="12192000" cy="1365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1" name="Rectangle 10">
            <a:extLst>
              <a:ext uri="{FF2B5EF4-FFF2-40B4-BE49-F238E27FC236}">
                <a16:creationId xmlns:a16="http://schemas.microsoft.com/office/drawing/2014/main" id="{3E534836-D52B-45E3-A123-FB9FFE3E0AE5}"/>
              </a:ext>
            </a:extLst>
          </p:cNvPr>
          <p:cNvSpPr/>
          <p:nvPr userDrawn="1"/>
        </p:nvSpPr>
        <p:spPr>
          <a:xfrm rot="5400000">
            <a:off x="4823394" y="590809"/>
            <a:ext cx="6584950" cy="5676382"/>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5573044" y="3674372"/>
            <a:ext cx="5085650" cy="1870007"/>
          </a:xfrm>
        </p:spPr>
        <p:txBody>
          <a:bodyPr anchor="b"/>
          <a:lstStyle>
            <a:lvl1pPr algn="r">
              <a:defRPr sz="4500">
                <a:solidFill>
                  <a:schemeClr val="bg1"/>
                </a:solidFill>
              </a:defRPr>
            </a:lvl1pPr>
          </a:lstStyle>
          <a:p>
            <a:r>
              <a:rPr lang="en-US" noProof="0"/>
              <a:t>Click to edit your 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5573044" y="5711550"/>
            <a:ext cx="5085650" cy="691666"/>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Tree>
    <p:extLst>
      <p:ext uri="{BB962C8B-B14F-4D97-AF65-F5344CB8AC3E}">
        <p14:creationId xmlns:p14="http://schemas.microsoft.com/office/powerpoint/2010/main" val="17571908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4"/>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E534836-D52B-45E3-A123-FB9FFE3E0AE5}"/>
              </a:ext>
            </a:extLst>
          </p:cNvPr>
          <p:cNvSpPr/>
          <p:nvPr userDrawn="1"/>
        </p:nvSpPr>
        <p:spPr>
          <a:xfrm rot="5400000">
            <a:off x="4823394" y="590809"/>
            <a:ext cx="6584950" cy="5676382"/>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5573044" y="3674372"/>
            <a:ext cx="5085650" cy="1870007"/>
          </a:xfrm>
        </p:spPr>
        <p:txBody>
          <a:bodyPr anchor="b"/>
          <a:lstStyle>
            <a:lvl1pPr algn="r">
              <a:defRPr sz="4500">
                <a:solidFill>
                  <a:schemeClr val="bg1"/>
                </a:solidFill>
              </a:defRPr>
            </a:lvl1pPr>
          </a:lstStyle>
          <a:p>
            <a:r>
              <a:rPr lang="en-US" noProof="0"/>
              <a:t>Divider Slide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5573044" y="5711550"/>
            <a:ext cx="5085650" cy="691666"/>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7" name="Slide Number Placeholder 6">
            <a:extLst>
              <a:ext uri="{FF2B5EF4-FFF2-40B4-BE49-F238E27FC236}">
                <a16:creationId xmlns:a16="http://schemas.microsoft.com/office/drawing/2014/main" id="{D344EF2B-4C23-4FC2-B680-617BC7D82A7E}"/>
              </a:ext>
            </a:extLst>
          </p:cNvPr>
          <p:cNvSpPr>
            <a:spLocks noGrp="1"/>
          </p:cNvSpPr>
          <p:nvPr>
            <p:ph type="sldNum" sz="quarter" idx="12"/>
          </p:nvPr>
        </p:nvSpPr>
        <p:spPr/>
        <p:txBody>
          <a:bodyPr/>
          <a:lstStyle/>
          <a:p>
            <a:r>
              <a:rPr lang="en-US" noProof="0" dirty="0"/>
              <a:t>page </a:t>
            </a:r>
            <a:fld id="{19B51A1E-902D-48AF-9020-955120F399B6}" type="slidenum">
              <a:rPr lang="en-US" b="1" i="1" noProof="0" smtClean="0"/>
              <a:pPr/>
              <a:t>‹#›</a:t>
            </a:fld>
            <a:endParaRPr lang="en-US" b="1" i="1" noProof="0" dirty="0"/>
          </a:p>
        </p:txBody>
      </p:sp>
    </p:spTree>
    <p:extLst>
      <p:ext uri="{BB962C8B-B14F-4D97-AF65-F5344CB8AC3E}">
        <p14:creationId xmlns:p14="http://schemas.microsoft.com/office/powerpoint/2010/main" val="401478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6BF466B-33BA-42AC-AFB2-51FC72C2FA45}"/>
              </a:ext>
            </a:extLst>
          </p:cNvPr>
          <p:cNvSpPr/>
          <p:nvPr userDrawn="1"/>
        </p:nvSpPr>
        <p:spPr>
          <a:xfrm>
            <a:off x="0" y="0"/>
            <a:ext cx="12192000" cy="1365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C4A5CDF3-277F-457A-90F6-C20C9F0EF716}"/>
              </a:ext>
            </a:extLst>
          </p:cNvPr>
          <p:cNvSpPr/>
          <p:nvPr userDrawn="1"/>
        </p:nvSpPr>
        <p:spPr>
          <a:xfrm rot="5400000">
            <a:off x="-3360737" y="3360737"/>
            <a:ext cx="6858000" cy="1365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01509F7B-15BA-44E2-85A9-A5A242FAF0E0}"/>
              </a:ext>
            </a:extLst>
          </p:cNvPr>
          <p:cNvSpPr/>
          <p:nvPr userDrawn="1"/>
        </p:nvSpPr>
        <p:spPr>
          <a:xfrm rot="5400000">
            <a:off x="8144030" y="2810031"/>
            <a:ext cx="6858000" cy="12379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2D8A2F97-6D60-46FC-A9F8-936208153882}"/>
              </a:ext>
            </a:extLst>
          </p:cNvPr>
          <p:cNvSpPr/>
          <p:nvPr userDrawn="1"/>
        </p:nvSpPr>
        <p:spPr>
          <a:xfrm>
            <a:off x="0" y="6721475"/>
            <a:ext cx="12192000" cy="1365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0143235" cy="432000"/>
          </a:xfrm>
          <a:prstGeom prst="rect">
            <a:avLst/>
          </a:prstGeom>
        </p:spPr>
        <p:txBody>
          <a:bodyPr vert="horz" lIns="0" tIns="0" rIns="0" bIns="0" rtlCol="0" anchor="ctr">
            <a:noAutofit/>
          </a:bodyPr>
          <a:lstStyle/>
          <a:p>
            <a:r>
              <a:rPr lang="en-US" noProof="0"/>
              <a:t>Click to edit Master title style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152000"/>
            <a:ext cx="10143235" cy="5039250"/>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260974" y="6365893"/>
            <a:ext cx="4114800" cy="226714"/>
          </a:xfrm>
          <a:prstGeom prst="rect">
            <a:avLst/>
          </a:prstGeom>
        </p:spPr>
        <p:txBody>
          <a:bodyPr vert="horz" lIns="0" tIns="0" rIns="0" bIns="0" rtlCol="0" anchor="ctr"/>
          <a:lstStyle>
            <a:lvl1pPr algn="l">
              <a:defRPr sz="1200">
                <a:solidFill>
                  <a:schemeClr val="tx1">
                    <a:lumMod val="75000"/>
                    <a:lumOff val="25000"/>
                  </a:schemeClr>
                </a:solidFill>
              </a:defRPr>
            </a:lvl1pPr>
          </a:lstStyle>
          <a:p>
            <a:r>
              <a:rPr lang="en-US" noProof="0" dirty="0"/>
              <a:t>Add a footer</a:t>
            </a:r>
          </a:p>
        </p:txBody>
      </p:sp>
      <p:sp>
        <p:nvSpPr>
          <p:cNvPr id="6" name="Slide Number Placeholder 5">
            <a:extLst>
              <a:ext uri="{FF2B5EF4-FFF2-40B4-BE49-F238E27FC236}">
                <a16:creationId xmlns:a16="http://schemas.microsoft.com/office/drawing/2014/main" id="{5ECA3099-A94F-4C3E-BC29-780EDD38F722}"/>
              </a:ext>
            </a:extLst>
          </p:cNvPr>
          <p:cNvSpPr>
            <a:spLocks noGrp="1"/>
          </p:cNvSpPr>
          <p:nvPr>
            <p:ph type="sldNum" sz="quarter" idx="4"/>
          </p:nvPr>
        </p:nvSpPr>
        <p:spPr>
          <a:xfrm>
            <a:off x="11091633" y="6456363"/>
            <a:ext cx="962795" cy="264330"/>
          </a:xfrm>
          <a:prstGeom prst="rect">
            <a:avLst/>
          </a:prstGeom>
          <a:ln w="3175">
            <a:solidFill>
              <a:schemeClr val="bg1">
                <a:lumMod val="95000"/>
              </a:schemeClr>
            </a:solidFill>
          </a:ln>
        </p:spPr>
        <p:txBody>
          <a:bodyPr vert="horz" lIns="0" tIns="0" rIns="0" bIns="0" rtlCol="0" anchor="ctr"/>
          <a:lstStyle>
            <a:lvl1pPr algn="ctr">
              <a:defRPr sz="1400">
                <a:solidFill>
                  <a:schemeClr val="tx1">
                    <a:lumMod val="75000"/>
                    <a:lumOff val="25000"/>
                  </a:schemeClr>
                </a:solidFill>
              </a:defRPr>
            </a:lvl1pPr>
          </a:lstStyle>
          <a:p>
            <a:r>
              <a:rPr lang="en-US" noProof="0" dirty="0"/>
              <a:t>page </a:t>
            </a:r>
            <a:fld id="{19B51A1E-902D-48AF-9020-955120F399B6}" type="slidenum">
              <a:rPr lang="en-US" b="1" i="1" noProof="0" smtClean="0"/>
              <a:pPr/>
              <a:t>‹#›</a:t>
            </a:fld>
            <a:endParaRPr lang="en-US" b="1" i="1" noProof="0" dirty="0"/>
          </a:p>
        </p:txBody>
      </p:sp>
      <p:sp>
        <p:nvSpPr>
          <p:cNvPr id="11" name="TextBox 10">
            <a:extLst>
              <a:ext uri="{FF2B5EF4-FFF2-40B4-BE49-F238E27FC236}">
                <a16:creationId xmlns:a16="http://schemas.microsoft.com/office/drawing/2014/main" id="{FF5B127E-AB96-49E0-8307-05174D7A6231}"/>
              </a:ext>
            </a:extLst>
          </p:cNvPr>
          <p:cNvSpPr txBox="1"/>
          <p:nvPr userDrawn="1"/>
        </p:nvSpPr>
        <p:spPr>
          <a:xfrm>
            <a:off x="11034141" y="5994000"/>
            <a:ext cx="1077777" cy="359073"/>
          </a:xfrm>
          <a:prstGeom prst="rect">
            <a:avLst/>
          </a:prstGeom>
          <a:noFill/>
        </p:spPr>
        <p:txBody>
          <a:bodyPr wrap="square" lIns="0" tIns="0" rIns="0" bIns="0" rtlCol="0">
            <a:spAutoFit/>
          </a:bodyPr>
          <a:lstStyle/>
          <a:p>
            <a:pPr algn="ctr">
              <a:lnSpc>
                <a:spcPts val="1400"/>
              </a:lnSpc>
            </a:pPr>
            <a:r>
              <a:rPr lang="en-US" sz="2400" b="1" spc="-150" baseline="0" noProof="0" dirty="0">
                <a:solidFill>
                  <a:schemeClr val="accent1"/>
                </a:solidFill>
              </a:rPr>
              <a:t>Contoso</a:t>
            </a:r>
            <a:br>
              <a:rPr lang="en-US" sz="2400" b="1" spc="-150" baseline="0" noProof="0" dirty="0">
                <a:solidFill>
                  <a:schemeClr val="tx1">
                    <a:lumMod val="50000"/>
                    <a:lumOff val="50000"/>
                  </a:schemeClr>
                </a:solidFill>
              </a:rPr>
            </a:br>
            <a:r>
              <a:rPr lang="en-US" sz="1000" b="0" spc="0" baseline="0" noProof="0" dirty="0">
                <a:solidFill>
                  <a:schemeClr val="tx1">
                    <a:lumMod val="50000"/>
                    <a:lumOff val="50000"/>
                  </a:schemeClr>
                </a:solidFill>
              </a:rPr>
              <a:t>Pharmaceuticals</a:t>
            </a:r>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49" r:id="rId1"/>
    <p:sldLayoutId id="2147483658" r:id="rId2"/>
    <p:sldLayoutId id="2147483659"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50" r:id="rId17"/>
    <p:sldLayoutId id="2147483652" r:id="rId18"/>
    <p:sldLayoutId id="2147483656" r:id="rId19"/>
    <p:sldLayoutId id="2147483657" r:id="rId20"/>
    <p:sldLayoutId id="2147483653" r:id="rId21"/>
    <p:sldLayoutId id="2147483677" r:id="rId22"/>
    <p:sldLayoutId id="2147483678" r:id="rId23"/>
    <p:sldLayoutId id="2147483654" r:id="rId24"/>
    <p:sldLayoutId id="2147483655" r:id="rId25"/>
    <p:sldLayoutId id="2147483660" r:id="rId26"/>
    <p:sldLayoutId id="2147483675" r:id="rId27"/>
    <p:sldLayoutId id="2147483676" r:id="rId28"/>
  </p:sldLayoutIdLst>
  <p:hf hdr="0" ftr="0" dt="0"/>
  <p:txStyles>
    <p:titleStyle>
      <a:lvl1pPr algn="l" defTabSz="914400" rtl="0" eaLnBrk="1" latinLnBrk="0" hangingPunct="1">
        <a:lnSpc>
          <a:spcPct val="90000"/>
        </a:lnSpc>
        <a:spcBef>
          <a:spcPct val="0"/>
        </a:spcBef>
        <a:buNone/>
        <a:defRPr sz="3200" kern="1200" spc="-15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jpg"/></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6.xml"/><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Stethescope and arms showing a medical professional taking a patient's blood pressure.  Picture includes blood pressure machine and clipboard.">
            <a:extLst>
              <a:ext uri="{FF2B5EF4-FFF2-40B4-BE49-F238E27FC236}">
                <a16:creationId xmlns:a16="http://schemas.microsoft.com/office/drawing/2014/main" id="{4414D423-B276-4148-A337-5693724BB04E}"/>
              </a:ext>
            </a:extLst>
          </p:cNvPr>
          <p:cNvPicPr>
            <a:picLocks noGrp="1" noChangeAspect="1"/>
          </p:cNvPicPr>
          <p:nvPr>
            <p:ph type="pic" sz="quarter" idx="4294967295"/>
          </p:nvPr>
        </p:nvPicPr>
        <p:blipFill rotWithShape="1">
          <a:blip r:embed="rId3" cstate="screen">
            <a:extLst>
              <a:ext uri="{28A0092B-C50C-407E-A947-70E740481C1C}">
                <a14:useLocalDpi xmlns:a14="http://schemas.microsoft.com/office/drawing/2010/main"/>
              </a:ext>
            </a:extLst>
          </a:blip>
          <a:srcRect/>
          <a:stretch/>
        </p:blipFill>
        <p:spPr>
          <a:xfrm>
            <a:off x="136525" y="136525"/>
            <a:ext cx="11909425" cy="6584950"/>
          </a:xfrm>
        </p:spPr>
      </p:pic>
      <p:sp>
        <p:nvSpPr>
          <p:cNvPr id="26" name="Rectangle 25">
            <a:extLst>
              <a:ext uri="{FF2B5EF4-FFF2-40B4-BE49-F238E27FC236}">
                <a16:creationId xmlns:a16="http://schemas.microsoft.com/office/drawing/2014/main" id="{817B6E89-6474-4AB4-90D5-2C2FB4120F12}"/>
              </a:ext>
              <a:ext uri="{C183D7F6-B498-43B3-948B-1728B52AA6E4}">
                <adec:decorative xmlns:adec="http://schemas.microsoft.com/office/drawing/2017/decorative" val="1"/>
              </a:ext>
            </a:extLst>
          </p:cNvPr>
          <p:cNvSpPr/>
          <p:nvPr/>
        </p:nvSpPr>
        <p:spPr bwMode="ltGray">
          <a:xfrm>
            <a:off x="5434656" y="113252"/>
            <a:ext cx="5676382" cy="6584675"/>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52BFEB6-F40E-4219-9AA6-8A27C2E8899B}"/>
              </a:ext>
            </a:extLst>
          </p:cNvPr>
          <p:cNvSpPr>
            <a:spLocks noGrp="1"/>
          </p:cNvSpPr>
          <p:nvPr>
            <p:ph type="ctrTitle"/>
          </p:nvPr>
        </p:nvSpPr>
        <p:spPr bwMode="black"/>
        <p:txBody>
          <a:bodyPr/>
          <a:lstStyle/>
          <a:p>
            <a:r>
              <a:rPr lang="en-IN" b="1" dirty="0">
                <a:solidFill>
                  <a:schemeClr val="tx1"/>
                </a:solidFill>
                <a:latin typeface="Bahnschrift Light" pitchFamily="34" charset="0"/>
              </a:rPr>
              <a:t>Smart Healthcare Prediction Using ML</a:t>
            </a:r>
          </a:p>
        </p:txBody>
      </p:sp>
      <p:sp>
        <p:nvSpPr>
          <p:cNvPr id="3" name="Subtitle 2">
            <a:extLst>
              <a:ext uri="{FF2B5EF4-FFF2-40B4-BE49-F238E27FC236}">
                <a16:creationId xmlns:a16="http://schemas.microsoft.com/office/drawing/2014/main" id="{74DB1EEC-D590-4C80-ABB7-362BBE1F5A1B}"/>
              </a:ext>
            </a:extLst>
          </p:cNvPr>
          <p:cNvSpPr>
            <a:spLocks noGrp="1"/>
          </p:cNvSpPr>
          <p:nvPr>
            <p:ph type="subTitle" idx="1"/>
          </p:nvPr>
        </p:nvSpPr>
        <p:spPr bwMode="black"/>
        <p:txBody>
          <a:bodyPr/>
          <a:lstStyle/>
          <a:p>
            <a:endParaRPr lang="en-US" dirty="0"/>
          </a:p>
        </p:txBody>
      </p:sp>
    </p:spTree>
    <p:extLst>
      <p:ext uri="{BB962C8B-B14F-4D97-AF65-F5344CB8AC3E}">
        <p14:creationId xmlns:p14="http://schemas.microsoft.com/office/powerpoint/2010/main" val="1485234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rial image of table with medical instruments, medicine, a clipboard, and other medical equipment">
            <a:extLst>
              <a:ext uri="{FF2B5EF4-FFF2-40B4-BE49-F238E27FC236}">
                <a16:creationId xmlns:a16="http://schemas.microsoft.com/office/drawing/2014/main" id="{0A756A3F-0F08-4577-8E72-1E643EFB097C}"/>
              </a:ext>
            </a:extLst>
          </p:cNvPr>
          <p:cNvPicPr>
            <a:picLocks noGrp="1" noChangeAspect="1"/>
          </p:cNvPicPr>
          <p:nvPr>
            <p:ph type="pic" sz="quarter" idx="4294967295"/>
          </p:nvPr>
        </p:nvPicPr>
        <p:blipFill>
          <a:blip r:embed="rId3" cstate="screen">
            <a:extLst>
              <a:ext uri="{28A0092B-C50C-407E-A947-70E740481C1C}">
                <a14:useLocalDpi xmlns:a14="http://schemas.microsoft.com/office/drawing/2010/main"/>
              </a:ext>
            </a:extLst>
          </a:blip>
          <a:srcRect/>
          <a:stretch>
            <a:fillRect/>
          </a:stretch>
        </p:blipFill>
        <p:spPr/>
      </p:pic>
      <p:sp>
        <p:nvSpPr>
          <p:cNvPr id="18" name="Rectangle 17">
            <a:extLst>
              <a:ext uri="{FF2B5EF4-FFF2-40B4-BE49-F238E27FC236}">
                <a16:creationId xmlns:a16="http://schemas.microsoft.com/office/drawing/2014/main" id="{75F2B1C5-78F6-4A28-8883-7C500ADCB7D4}"/>
              </a:ext>
              <a:ext uri="{C183D7F6-B498-43B3-948B-1728B52AA6E4}">
                <adec:decorative xmlns:adec="http://schemas.microsoft.com/office/drawing/2017/decorative" val="1"/>
              </a:ext>
            </a:extLst>
          </p:cNvPr>
          <p:cNvSpPr/>
          <p:nvPr/>
        </p:nvSpPr>
        <p:spPr bwMode="invGray">
          <a:xfrm rot="5400000">
            <a:off x="4828758" y="622204"/>
            <a:ext cx="6584950" cy="5676382"/>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35ED38B-2505-420A-A14A-D41E71EDBA33}"/>
              </a:ext>
            </a:extLst>
          </p:cNvPr>
          <p:cNvSpPr>
            <a:spLocks noGrp="1"/>
          </p:cNvSpPr>
          <p:nvPr>
            <p:ph type="ctrTitle"/>
          </p:nvPr>
        </p:nvSpPr>
        <p:spPr bwMode="black">
          <a:xfrm>
            <a:off x="5113882" y="1230489"/>
            <a:ext cx="5085650" cy="1870007"/>
          </a:xfrm>
        </p:spPr>
        <p:txBody>
          <a:bodyPr/>
          <a:lstStyle/>
          <a:p>
            <a:r>
              <a:rPr lang="en-US" dirty="0">
                <a:latin typeface="Times New Roman" pitchFamily="18" charset="0"/>
                <a:cs typeface="Times New Roman" pitchFamily="18" charset="0"/>
              </a:rPr>
              <a:t>Problem Statement</a:t>
            </a:r>
          </a:p>
        </p:txBody>
      </p:sp>
      <p:sp>
        <p:nvSpPr>
          <p:cNvPr id="3" name="Subtitle 2">
            <a:extLst>
              <a:ext uri="{FF2B5EF4-FFF2-40B4-BE49-F238E27FC236}">
                <a16:creationId xmlns:a16="http://schemas.microsoft.com/office/drawing/2014/main" id="{71F217F2-8C36-4584-BD5D-0B00606DF9A2}"/>
              </a:ext>
            </a:extLst>
          </p:cNvPr>
          <p:cNvSpPr>
            <a:spLocks noGrp="1"/>
          </p:cNvSpPr>
          <p:nvPr>
            <p:ph type="subTitle" idx="1"/>
          </p:nvPr>
        </p:nvSpPr>
        <p:spPr bwMode="black">
          <a:xfrm>
            <a:off x="5372890" y="3513707"/>
            <a:ext cx="5085650" cy="691666"/>
          </a:xfrm>
        </p:spPr>
        <p:txBody>
          <a:bodyPr/>
          <a:lstStyle/>
          <a:p>
            <a:pPr algn="just"/>
            <a:r>
              <a:rPr lang="en-GB" sz="1800" dirty="0">
                <a:latin typeface="Times New Roman" pitchFamily="18" charset="0"/>
                <a:cs typeface="Times New Roman" pitchFamily="18" charset="0"/>
              </a:rPr>
              <a:t>Many of the existing machine learning models for health care analysis are concentrating on one disease per analysis. For example first is for Diabetes analysis, one for Heart analysis, one for Lung diseases like that. If a user wants to predict more than one disease, he/she has to go through different sites. There is no common system where one analysis can perform more than one disease prediction. Some of the models have lower accuracy which can seriously affect patients’ health.</a:t>
            </a:r>
            <a:endParaRPr lang="en-US" sz="1800" dirty="0">
              <a:latin typeface="Times New Roman" pitchFamily="18" charset="0"/>
              <a:cs typeface="Times New Roman" pitchFamily="18" charset="0"/>
            </a:endParaRPr>
          </a:p>
        </p:txBody>
      </p:sp>
      <p:sp>
        <p:nvSpPr>
          <p:cNvPr id="23" name="Slide Number Placeholder 22">
            <a:extLst>
              <a:ext uri="{FF2B5EF4-FFF2-40B4-BE49-F238E27FC236}">
                <a16:creationId xmlns:a16="http://schemas.microsoft.com/office/drawing/2014/main" id="{4D5E33D6-D847-4F4C-BA8B-75CB853FAB76}"/>
              </a:ext>
            </a:extLst>
          </p:cNvPr>
          <p:cNvSpPr>
            <a:spLocks noGrp="1"/>
          </p:cNvSpPr>
          <p:nvPr>
            <p:ph type="sldNum" sz="quarter" idx="12"/>
          </p:nvPr>
        </p:nvSpPr>
        <p:spPr/>
        <p:txBody>
          <a:bodyPr/>
          <a:lstStyle/>
          <a:p>
            <a:r>
              <a:rPr lang="en-US" dirty="0"/>
              <a:t>page </a:t>
            </a:r>
            <a:fld id="{19B51A1E-902D-48AF-9020-955120F399B6}" type="slidenum">
              <a:rPr lang="en-US" smtClean="0"/>
              <a:pPr/>
              <a:t>2</a:t>
            </a:fld>
            <a:endParaRPr lang="en-US" dirty="0"/>
          </a:p>
        </p:txBody>
      </p:sp>
      <p:pic>
        <p:nvPicPr>
          <p:cNvPr id="5" name="Picture 4">
            <a:extLst>
              <a:ext uri="{FF2B5EF4-FFF2-40B4-BE49-F238E27FC236}">
                <a16:creationId xmlns:a16="http://schemas.microsoft.com/office/drawing/2014/main" id="{AAF0EAE6-A013-4954-A607-EB671E2041D7}"/>
              </a:ext>
            </a:extLst>
          </p:cNvPr>
          <p:cNvPicPr>
            <a:picLocks noChangeAspect="1"/>
          </p:cNvPicPr>
          <p:nvPr/>
        </p:nvPicPr>
        <p:blipFill>
          <a:blip r:embed="rId4"/>
          <a:stretch>
            <a:fillRect/>
          </a:stretch>
        </p:blipFill>
        <p:spPr>
          <a:xfrm>
            <a:off x="11026140" y="5592933"/>
            <a:ext cx="1165860" cy="1127760"/>
          </a:xfrm>
          <a:prstGeom prst="rect">
            <a:avLst/>
          </a:prstGeom>
        </p:spPr>
      </p:pic>
    </p:spTree>
    <p:extLst>
      <p:ext uri="{BB962C8B-B14F-4D97-AF65-F5344CB8AC3E}">
        <p14:creationId xmlns:p14="http://schemas.microsoft.com/office/powerpoint/2010/main" val="909226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Arial image of computer laptop keyboard and clipboard with form on it.  Also contains hands folded.">
            <a:extLst>
              <a:ext uri="{FF2B5EF4-FFF2-40B4-BE49-F238E27FC236}">
                <a16:creationId xmlns:a16="http://schemas.microsoft.com/office/drawing/2014/main" id="{3E7237D6-2D71-4A63-9CB5-8ADCB63FC726}"/>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a:stretch/>
        </p:blipFill>
        <p:spPr>
          <a:xfrm>
            <a:off x="5277678" y="136525"/>
            <a:ext cx="5676382" cy="6584950"/>
          </a:xfrm>
        </p:spPr>
      </p:pic>
      <p:sp>
        <p:nvSpPr>
          <p:cNvPr id="9" name="Rectangle 8">
            <a:extLst>
              <a:ext uri="{FF2B5EF4-FFF2-40B4-BE49-F238E27FC236}">
                <a16:creationId xmlns:a16="http://schemas.microsoft.com/office/drawing/2014/main" id="{670550D9-B72F-46D0-B3A1-179DADF002AC}"/>
              </a:ext>
              <a:ext uri="{C183D7F6-B498-43B3-948B-1728B52AA6E4}">
                <adec:decorative xmlns:adec="http://schemas.microsoft.com/office/drawing/2017/decorative" val="1"/>
              </a:ext>
            </a:extLst>
          </p:cNvPr>
          <p:cNvSpPr/>
          <p:nvPr/>
        </p:nvSpPr>
        <p:spPr bwMode="invGray">
          <a:xfrm rot="5400000">
            <a:off x="4823394" y="590027"/>
            <a:ext cx="6584950" cy="5676382"/>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Content Placeholder 5">
            <a:extLst>
              <a:ext uri="{FF2B5EF4-FFF2-40B4-BE49-F238E27FC236}">
                <a16:creationId xmlns:a16="http://schemas.microsoft.com/office/drawing/2014/main" id="{03161DAB-3A3E-48FC-9143-482C63BB1C02}"/>
              </a:ext>
            </a:extLst>
          </p:cNvPr>
          <p:cNvSpPr>
            <a:spLocks noGrp="1"/>
          </p:cNvSpPr>
          <p:nvPr>
            <p:ph idx="13"/>
          </p:nvPr>
        </p:nvSpPr>
        <p:spPr>
          <a:xfrm>
            <a:off x="360439" y="1879156"/>
            <a:ext cx="4444800" cy="2728844"/>
          </a:xfrm>
        </p:spPr>
        <p:txBody>
          <a:bodyPr/>
          <a:lstStyle/>
          <a:p>
            <a:pPr marL="0" indent="0" algn="just">
              <a:buNone/>
            </a:pPr>
            <a:r>
              <a:rPr lang="en-US" sz="2000" dirty="0">
                <a:latin typeface="Times New Roman" pitchFamily="18" charset="0"/>
                <a:cs typeface="Times New Roman" pitchFamily="18" charset="0"/>
              </a:rPr>
              <a:t>This Web App is developed using Python’s </a:t>
            </a:r>
            <a:r>
              <a:rPr lang="en-US" sz="2000" dirty="0" err="1">
                <a:latin typeface="Times New Roman" pitchFamily="18" charset="0"/>
                <a:cs typeface="Times New Roman" pitchFamily="18" charset="0"/>
              </a:rPr>
              <a:t>Streamlit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library.The</a:t>
            </a:r>
            <a:r>
              <a:rPr lang="en-US" sz="2000" dirty="0">
                <a:latin typeface="Times New Roman" pitchFamily="18" charset="0"/>
                <a:cs typeface="Times New Roman" pitchFamily="18" charset="0"/>
              </a:rPr>
              <a:t> models used to predict the diseases were trained on large Datasets. </a:t>
            </a:r>
          </a:p>
          <a:p>
            <a:pPr marL="0" indent="0" algn="just">
              <a:buNone/>
            </a:pPr>
            <a:r>
              <a:rPr lang="en-US" sz="2000" dirty="0">
                <a:latin typeface="Times New Roman" pitchFamily="18" charset="0"/>
                <a:cs typeface="Times New Roman" pitchFamily="18" charset="0"/>
              </a:rPr>
              <a:t>The web-app can predict following Diseases:</a:t>
            </a:r>
          </a:p>
          <a:p>
            <a:pPr algn="just">
              <a:buFont typeface="Wingdings" pitchFamily="2" charset="2"/>
              <a:buChar char="§"/>
            </a:pPr>
            <a:r>
              <a:rPr lang="en-US" sz="2000" dirty="0">
                <a:latin typeface="Times New Roman" pitchFamily="18" charset="0"/>
                <a:cs typeface="Times New Roman" pitchFamily="18" charset="0"/>
              </a:rPr>
              <a:t>    Diabetes</a:t>
            </a:r>
          </a:p>
          <a:p>
            <a:pPr algn="just">
              <a:buFont typeface="Wingdings" pitchFamily="2" charset="2"/>
              <a:buChar char="§"/>
            </a:pPr>
            <a:r>
              <a:rPr lang="en-US" sz="2000" dirty="0">
                <a:latin typeface="Times New Roman" pitchFamily="18" charset="0"/>
                <a:cs typeface="Times New Roman" pitchFamily="18" charset="0"/>
              </a:rPr>
              <a:t>    Heart Disease</a:t>
            </a:r>
          </a:p>
          <a:p>
            <a:pPr algn="just">
              <a:buFont typeface="Wingdings" pitchFamily="2" charset="2"/>
              <a:buChar char="§"/>
            </a:pP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Parkinsons</a:t>
            </a:r>
            <a:r>
              <a:rPr lang="en-US" sz="2000" dirty="0">
                <a:latin typeface="Times New Roman" pitchFamily="18" charset="0"/>
                <a:cs typeface="Times New Roman" pitchFamily="18" charset="0"/>
              </a:rPr>
              <a:t> Disease</a:t>
            </a:r>
          </a:p>
        </p:txBody>
      </p:sp>
      <p:sp>
        <p:nvSpPr>
          <p:cNvPr id="3" name="Title 2">
            <a:extLst>
              <a:ext uri="{FF2B5EF4-FFF2-40B4-BE49-F238E27FC236}">
                <a16:creationId xmlns:a16="http://schemas.microsoft.com/office/drawing/2014/main" id="{7A663105-4B92-4F24-9DF6-58BB116E29FA}"/>
              </a:ext>
            </a:extLst>
          </p:cNvPr>
          <p:cNvSpPr>
            <a:spLocks noGrp="1"/>
          </p:cNvSpPr>
          <p:nvPr>
            <p:ph type="ctrTitle"/>
          </p:nvPr>
        </p:nvSpPr>
        <p:spPr bwMode="black">
          <a:xfrm>
            <a:off x="6145948" y="2883578"/>
            <a:ext cx="3939842" cy="720000"/>
          </a:xfrm>
        </p:spPr>
        <p:txBody>
          <a:bodyPr/>
          <a:lstStyle/>
          <a:p>
            <a:r>
              <a:rPr lang="en-US" dirty="0">
                <a:latin typeface="Times New Roman" pitchFamily="18" charset="0"/>
                <a:cs typeface="Times New Roman" pitchFamily="18" charset="0"/>
              </a:rPr>
              <a:t>About the project</a:t>
            </a:r>
          </a:p>
        </p:txBody>
      </p:sp>
      <p:sp>
        <p:nvSpPr>
          <p:cNvPr id="5" name="Slide Number Placeholder 4">
            <a:extLst>
              <a:ext uri="{FF2B5EF4-FFF2-40B4-BE49-F238E27FC236}">
                <a16:creationId xmlns:a16="http://schemas.microsoft.com/office/drawing/2014/main" id="{185B41C8-4B55-458F-878B-550AD24B15E9}"/>
              </a:ext>
            </a:extLst>
          </p:cNvPr>
          <p:cNvSpPr>
            <a:spLocks noGrp="1"/>
          </p:cNvSpPr>
          <p:nvPr>
            <p:ph type="sldNum" sz="quarter" idx="12"/>
          </p:nvPr>
        </p:nvSpPr>
        <p:spPr/>
        <p:txBody>
          <a:bodyPr/>
          <a:lstStyle/>
          <a:p>
            <a:r>
              <a:rPr lang="en-US" dirty="0"/>
              <a:t>page </a:t>
            </a:r>
            <a:fld id="{19B51A1E-902D-48AF-9020-955120F399B6}" type="slidenum">
              <a:rPr lang="en-US" smtClean="0"/>
              <a:pPr/>
              <a:t>3</a:t>
            </a:fld>
            <a:endParaRPr lang="en-US" dirty="0"/>
          </a:p>
        </p:txBody>
      </p:sp>
      <p:pic>
        <p:nvPicPr>
          <p:cNvPr id="7" name="Picture 6">
            <a:extLst>
              <a:ext uri="{FF2B5EF4-FFF2-40B4-BE49-F238E27FC236}">
                <a16:creationId xmlns:a16="http://schemas.microsoft.com/office/drawing/2014/main" id="{27CB2123-B1FD-466A-9F1B-4BBB95ACF0A9}"/>
              </a:ext>
            </a:extLst>
          </p:cNvPr>
          <p:cNvPicPr>
            <a:picLocks noChangeAspect="1"/>
          </p:cNvPicPr>
          <p:nvPr/>
        </p:nvPicPr>
        <p:blipFill>
          <a:blip r:embed="rId4"/>
          <a:stretch>
            <a:fillRect/>
          </a:stretch>
        </p:blipFill>
        <p:spPr>
          <a:xfrm>
            <a:off x="10954060" y="5593324"/>
            <a:ext cx="1165860" cy="1127760"/>
          </a:xfrm>
          <a:prstGeom prst="rect">
            <a:avLst/>
          </a:prstGeom>
        </p:spPr>
      </p:pic>
    </p:spTree>
    <p:extLst>
      <p:ext uri="{BB962C8B-B14F-4D97-AF65-F5344CB8AC3E}">
        <p14:creationId xmlns:p14="http://schemas.microsoft.com/office/powerpoint/2010/main" val="2122728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p:cNvSpPr>
            <a:spLocks noGrp="1"/>
          </p:cNvSpPr>
          <p:nvPr>
            <p:ph type="ctrTitle"/>
          </p:nvPr>
        </p:nvSpPr>
        <p:spPr>
          <a:xfrm>
            <a:off x="572972" y="1193036"/>
            <a:ext cx="8641669" cy="3422133"/>
          </a:xfrm>
        </p:spPr>
        <p:txBody>
          <a:bodyPr/>
          <a:lstStyle/>
          <a:p>
            <a:pPr algn="l"/>
            <a:br>
              <a:rPr lang="en-GB" sz="2400" dirty="0">
                <a:latin typeface="Times New Roman" pitchFamily="18" charset="0"/>
                <a:cs typeface="Times New Roman" pitchFamily="18" charset="0"/>
              </a:rPr>
            </a:br>
            <a:r>
              <a:rPr lang="en-GB" sz="2800" b="1" dirty="0" err="1">
                <a:latin typeface="Times New Roman" pitchFamily="18" charset="0"/>
                <a:cs typeface="Times New Roman" pitchFamily="18" charset="0"/>
              </a:rPr>
              <a:t>Streamlit</a:t>
            </a:r>
            <a:r>
              <a:rPr lang="en-GB" sz="2800" b="1" dirty="0">
                <a:latin typeface="Times New Roman" pitchFamily="18" charset="0"/>
                <a:cs typeface="Times New Roman" pitchFamily="18" charset="0"/>
              </a:rPr>
              <a:t> Library :</a:t>
            </a:r>
            <a:br>
              <a:rPr lang="en-GB" sz="2800" b="1" dirty="0">
                <a:latin typeface="Times New Roman" pitchFamily="18" charset="0"/>
                <a:cs typeface="Times New Roman" pitchFamily="18" charset="0"/>
              </a:rPr>
            </a:br>
            <a:br>
              <a:rPr lang="en-GB" sz="2400" dirty="0">
                <a:latin typeface="Times New Roman" pitchFamily="18" charset="0"/>
                <a:cs typeface="Times New Roman" pitchFamily="18" charset="0"/>
              </a:rPr>
            </a:br>
            <a:r>
              <a:rPr lang="en-GB" sz="2400" dirty="0" err="1">
                <a:latin typeface="Times New Roman" pitchFamily="18" charset="0"/>
                <a:cs typeface="Times New Roman" pitchFamily="18" charset="0"/>
              </a:rPr>
              <a:t>Streamlit</a:t>
            </a:r>
            <a:r>
              <a:rPr lang="en-GB" sz="2400" dirty="0">
                <a:latin typeface="Times New Roman" pitchFamily="18" charset="0"/>
                <a:cs typeface="Times New Roman" pitchFamily="18" charset="0"/>
              </a:rPr>
              <a:t> is an open source app framework in Python language. It helps us create web apps for data science and machine learning in a short time. It is compatible with major Python libraries such as </a:t>
            </a:r>
            <a:r>
              <a:rPr lang="en-GB" sz="2400" dirty="0" err="1">
                <a:latin typeface="Times New Roman" pitchFamily="18" charset="0"/>
                <a:cs typeface="Times New Roman" pitchFamily="18" charset="0"/>
              </a:rPr>
              <a:t>scikit</a:t>
            </a:r>
            <a:r>
              <a:rPr lang="en-GB" sz="2400" dirty="0">
                <a:latin typeface="Times New Roman" pitchFamily="18" charset="0"/>
                <a:cs typeface="Times New Roman" pitchFamily="18" charset="0"/>
              </a:rPr>
              <a:t>-learn, </a:t>
            </a:r>
            <a:r>
              <a:rPr lang="en-GB" sz="2400" dirty="0" err="1">
                <a:latin typeface="Times New Roman" pitchFamily="18" charset="0"/>
                <a:cs typeface="Times New Roman" pitchFamily="18" charset="0"/>
              </a:rPr>
              <a:t>Keras</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PyTorch</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NumPy</a:t>
            </a:r>
            <a:r>
              <a:rPr lang="en-GB" sz="2400" dirty="0">
                <a:latin typeface="Times New Roman" pitchFamily="18" charset="0"/>
                <a:cs typeface="Times New Roman" pitchFamily="18" charset="0"/>
              </a:rPr>
              <a:t>, Pandas, </a:t>
            </a:r>
            <a:r>
              <a:rPr lang="en-GB" sz="2400" dirty="0" err="1">
                <a:latin typeface="Times New Roman" pitchFamily="18" charset="0"/>
                <a:cs typeface="Times New Roman" pitchFamily="18" charset="0"/>
              </a:rPr>
              <a:t>Matplotlib</a:t>
            </a:r>
            <a:r>
              <a:rPr lang="en-GB" sz="2400" dirty="0">
                <a:latin typeface="Times New Roman" pitchFamily="18" charset="0"/>
                <a:cs typeface="Times New Roman" pitchFamily="18" charset="0"/>
              </a:rPr>
              <a:t> etc.</a:t>
            </a:r>
            <a:br>
              <a:rPr lang="en-GB" sz="2400" dirty="0">
                <a:latin typeface="Times New Roman" pitchFamily="18" charset="0"/>
                <a:cs typeface="Times New Roman" pitchFamily="18" charset="0"/>
              </a:rPr>
            </a:br>
            <a:br>
              <a:rPr lang="en-GB" sz="2400" dirty="0">
                <a:latin typeface="Times New Roman" pitchFamily="18" charset="0"/>
                <a:cs typeface="Times New Roman" pitchFamily="18" charset="0"/>
              </a:rPr>
            </a:br>
            <a:r>
              <a:rPr lang="en-GB" sz="2400" dirty="0" err="1">
                <a:latin typeface="Times New Roman" pitchFamily="18" charset="0"/>
                <a:cs typeface="Times New Roman" pitchFamily="18" charset="0"/>
              </a:rPr>
              <a:t>Streamlit</a:t>
            </a:r>
            <a:r>
              <a:rPr lang="en-GB" sz="2400" dirty="0">
                <a:latin typeface="Times New Roman" pitchFamily="18" charset="0"/>
                <a:cs typeface="Times New Roman" pitchFamily="18" charset="0"/>
              </a:rPr>
              <a:t> is a free and open-source framework to rapidly build and share beautiful machine learning and data science web apps. It is a Python-based library specifically designed for machine learning engineers.</a:t>
            </a:r>
            <a:endParaRPr lang="en-IN" sz="2400" dirty="0">
              <a:latin typeface="Times New Roman" pitchFamily="18" charset="0"/>
              <a:cs typeface="Times New Roman" pitchFamily="18" charset="0"/>
            </a:endParaRPr>
          </a:p>
        </p:txBody>
      </p:sp>
      <p:sp>
        <p:nvSpPr>
          <p:cNvPr id="23" name="Subtitle 22"/>
          <p:cNvSpPr>
            <a:spLocks noGrp="1"/>
          </p:cNvSpPr>
          <p:nvPr>
            <p:ph type="subTitle" idx="1"/>
          </p:nvPr>
        </p:nvSpPr>
        <p:spPr/>
        <p:txBody>
          <a:bodyPr/>
          <a:lstStyle/>
          <a:p>
            <a:endParaRPr lang="en-IN"/>
          </a:p>
        </p:txBody>
      </p:sp>
      <p:sp>
        <p:nvSpPr>
          <p:cNvPr id="19" name="Slide Number Placeholder 18"/>
          <p:cNvSpPr>
            <a:spLocks noGrp="1"/>
          </p:cNvSpPr>
          <p:nvPr>
            <p:ph type="sldNum" sz="quarter" idx="4294967295"/>
          </p:nvPr>
        </p:nvSpPr>
        <p:spPr>
          <a:xfrm>
            <a:off x="11229975" y="6456363"/>
            <a:ext cx="962025" cy="265112"/>
          </a:xfrm>
        </p:spPr>
        <p:txBody>
          <a:bodyPr/>
          <a:lstStyle/>
          <a:p>
            <a:r>
              <a:rPr lang="en-US" noProof="0"/>
              <a:t>page </a:t>
            </a:r>
            <a:fld id="{19B51A1E-902D-48AF-9020-955120F399B6}" type="slidenum">
              <a:rPr lang="en-US" b="1" i="1" noProof="0" smtClean="0"/>
              <a:pPr/>
              <a:t>4</a:t>
            </a:fld>
            <a:endParaRPr lang="en-US" b="1" i="1" noProof="0" dirty="0"/>
          </a:p>
        </p:txBody>
      </p:sp>
    </p:spTree>
    <p:extLst>
      <p:ext uri="{BB962C8B-B14F-4D97-AF65-F5344CB8AC3E}">
        <p14:creationId xmlns:p14="http://schemas.microsoft.com/office/powerpoint/2010/main" val="2138433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80822" y="796666"/>
            <a:ext cx="8818270" cy="4794804"/>
          </a:xfrm>
        </p:spPr>
        <p:txBody>
          <a:bodyPr/>
          <a:lstStyle/>
          <a:p>
            <a:pPr algn="l"/>
            <a:r>
              <a:rPr lang="en-GB" sz="2400" b="1" dirty="0">
                <a:latin typeface="Times New Roman" pitchFamily="18" charset="0"/>
                <a:cs typeface="Times New Roman" pitchFamily="18" charset="0"/>
              </a:rPr>
              <a:t>Procedure : </a:t>
            </a:r>
            <a:br>
              <a:rPr lang="en-GB" sz="2000" dirty="0">
                <a:latin typeface="Times New Roman" pitchFamily="18" charset="0"/>
                <a:cs typeface="Times New Roman" pitchFamily="18" charset="0"/>
              </a:rPr>
            </a:br>
            <a:br>
              <a:rPr lang="en-GB" sz="2000" dirty="0">
                <a:latin typeface="Times New Roman" pitchFamily="18" charset="0"/>
                <a:cs typeface="Times New Roman" pitchFamily="18" charset="0"/>
              </a:rPr>
            </a:br>
            <a:r>
              <a:rPr lang="en-GB" sz="2000" dirty="0">
                <a:latin typeface="Times New Roman" pitchFamily="18" charset="0"/>
                <a:cs typeface="Times New Roman" pitchFamily="18" charset="0"/>
              </a:rPr>
              <a:t>• </a:t>
            </a:r>
            <a:r>
              <a:rPr lang="en-GB" sz="2200" dirty="0">
                <a:latin typeface="Times New Roman" pitchFamily="18" charset="0"/>
                <a:cs typeface="Times New Roman" pitchFamily="18" charset="0"/>
              </a:rPr>
              <a:t>Import the necessary libraries and the datasets</a:t>
            </a:r>
            <a:br>
              <a:rPr lang="en-GB" sz="2200" dirty="0">
                <a:latin typeface="Times New Roman" pitchFamily="18" charset="0"/>
                <a:cs typeface="Times New Roman" pitchFamily="18" charset="0"/>
              </a:rPr>
            </a:br>
            <a:br>
              <a:rPr lang="en-GB" sz="2200" dirty="0">
                <a:latin typeface="Times New Roman" pitchFamily="18" charset="0"/>
                <a:cs typeface="Times New Roman" pitchFamily="18" charset="0"/>
              </a:rPr>
            </a:br>
            <a:r>
              <a:rPr lang="en-GB" sz="2200" dirty="0">
                <a:latin typeface="Times New Roman" pitchFamily="18" charset="0"/>
                <a:cs typeface="Times New Roman" pitchFamily="18" charset="0"/>
              </a:rPr>
              <a:t>• Split the data into features and target variables</a:t>
            </a:r>
            <a:br>
              <a:rPr lang="en-GB" sz="2200" dirty="0">
                <a:latin typeface="Times New Roman" pitchFamily="18" charset="0"/>
                <a:cs typeface="Times New Roman" pitchFamily="18" charset="0"/>
              </a:rPr>
            </a:br>
            <a:br>
              <a:rPr lang="en-GB" sz="2200" dirty="0">
                <a:latin typeface="Times New Roman" pitchFamily="18" charset="0"/>
                <a:cs typeface="Times New Roman" pitchFamily="18" charset="0"/>
              </a:rPr>
            </a:br>
            <a:r>
              <a:rPr lang="en-GB" sz="2200" dirty="0">
                <a:latin typeface="Times New Roman" pitchFamily="18" charset="0"/>
                <a:cs typeface="Times New Roman" pitchFamily="18" charset="0"/>
              </a:rPr>
              <a:t>• Split the data into training and testing sets</a:t>
            </a:r>
            <a:br>
              <a:rPr lang="en-GB" sz="2200" dirty="0">
                <a:latin typeface="Times New Roman" pitchFamily="18" charset="0"/>
                <a:cs typeface="Times New Roman" pitchFamily="18" charset="0"/>
              </a:rPr>
            </a:br>
            <a:br>
              <a:rPr lang="en-GB" sz="2200" dirty="0">
                <a:latin typeface="Times New Roman" pitchFamily="18" charset="0"/>
                <a:cs typeface="Times New Roman" pitchFamily="18" charset="0"/>
              </a:rPr>
            </a:br>
            <a:r>
              <a:rPr lang="en-GB" sz="2200" dirty="0">
                <a:latin typeface="Times New Roman" pitchFamily="18" charset="0"/>
                <a:cs typeface="Times New Roman" pitchFamily="18" charset="0"/>
              </a:rPr>
              <a:t>• Train the model on the training data</a:t>
            </a:r>
            <a:br>
              <a:rPr lang="en-GB" sz="2200" dirty="0">
                <a:latin typeface="Times New Roman" pitchFamily="18" charset="0"/>
                <a:cs typeface="Times New Roman" pitchFamily="18" charset="0"/>
              </a:rPr>
            </a:br>
            <a:br>
              <a:rPr lang="en-GB" sz="2200" dirty="0">
                <a:latin typeface="Times New Roman" pitchFamily="18" charset="0"/>
                <a:cs typeface="Times New Roman" pitchFamily="18" charset="0"/>
              </a:rPr>
            </a:br>
            <a:r>
              <a:rPr lang="en-GB" sz="2200" dirty="0">
                <a:latin typeface="Times New Roman" pitchFamily="18" charset="0"/>
                <a:cs typeface="Times New Roman" pitchFamily="18" charset="0"/>
              </a:rPr>
              <a:t>• Save the model using the pickle module</a:t>
            </a:r>
            <a:br>
              <a:rPr lang="en-GB" sz="2200" dirty="0">
                <a:latin typeface="Times New Roman" pitchFamily="18" charset="0"/>
                <a:cs typeface="Times New Roman" pitchFamily="18" charset="0"/>
              </a:rPr>
            </a:br>
            <a:br>
              <a:rPr lang="en-GB" sz="2200" dirty="0">
                <a:latin typeface="Times New Roman" pitchFamily="18" charset="0"/>
                <a:cs typeface="Times New Roman" pitchFamily="18" charset="0"/>
              </a:rPr>
            </a:br>
            <a:r>
              <a:rPr lang="en-GB" sz="2200" dirty="0">
                <a:latin typeface="Times New Roman" pitchFamily="18" charset="0"/>
                <a:cs typeface="Times New Roman" pitchFamily="18" charset="0"/>
              </a:rPr>
              <a:t>• Use </a:t>
            </a:r>
            <a:r>
              <a:rPr lang="en-GB" sz="2200" dirty="0" err="1">
                <a:latin typeface="Times New Roman" pitchFamily="18" charset="0"/>
                <a:cs typeface="Times New Roman" pitchFamily="18" charset="0"/>
              </a:rPr>
              <a:t>Streamlit</a:t>
            </a:r>
            <a:r>
              <a:rPr lang="en-GB" sz="2200" dirty="0">
                <a:latin typeface="Times New Roman" pitchFamily="18" charset="0"/>
                <a:cs typeface="Times New Roman" pitchFamily="18" charset="0"/>
              </a:rPr>
              <a:t> to create a web application that allows users to input their own data and make predictions using the saved model</a:t>
            </a:r>
            <a:br>
              <a:rPr lang="en-GB" sz="2200" dirty="0">
                <a:latin typeface="Times New Roman" pitchFamily="18" charset="0"/>
                <a:cs typeface="Times New Roman" pitchFamily="18" charset="0"/>
              </a:rPr>
            </a:br>
            <a:br>
              <a:rPr lang="en-GB" sz="2200" dirty="0">
                <a:latin typeface="Times New Roman" pitchFamily="18" charset="0"/>
                <a:cs typeface="Times New Roman" pitchFamily="18" charset="0"/>
              </a:rPr>
            </a:br>
            <a:r>
              <a:rPr lang="en-GB" sz="2200" dirty="0">
                <a:latin typeface="Times New Roman" pitchFamily="18" charset="0"/>
                <a:cs typeface="Times New Roman" pitchFamily="18" charset="0"/>
              </a:rPr>
              <a:t>• Include </a:t>
            </a:r>
            <a:r>
              <a:rPr lang="en-GB" sz="2200">
                <a:latin typeface="Times New Roman" pitchFamily="18" charset="0"/>
                <a:cs typeface="Times New Roman" pitchFamily="18" charset="0"/>
              </a:rPr>
              <a:t>a  </a:t>
            </a:r>
            <a:r>
              <a:rPr lang="en-GB" sz="2200" dirty="0">
                <a:latin typeface="Times New Roman" pitchFamily="18" charset="0"/>
                <a:cs typeface="Times New Roman" pitchFamily="18" charset="0"/>
              </a:rPr>
              <a:t>button in the application to process the user input and make predictions</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349072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7200" y="569047"/>
            <a:ext cx="9147621" cy="5725794"/>
          </a:xfrm>
        </p:spPr>
        <p:txBody>
          <a:bodyPr/>
          <a:lstStyle/>
          <a:p>
            <a:pPr algn="l"/>
            <a:r>
              <a:rPr lang="en-GB" sz="2800" b="1" dirty="0">
                <a:latin typeface="Times New Roman" pitchFamily="18" charset="0"/>
                <a:cs typeface="Times New Roman" pitchFamily="18" charset="0"/>
              </a:rPr>
              <a:t>Algorithms used :-</a:t>
            </a:r>
            <a:br>
              <a:rPr lang="en-GB" sz="2000" dirty="0">
                <a:latin typeface="Times New Roman" pitchFamily="18" charset="0"/>
                <a:cs typeface="Times New Roman" pitchFamily="18" charset="0"/>
              </a:rPr>
            </a:br>
            <a:br>
              <a:rPr lang="en-GB" sz="2000" dirty="0">
                <a:latin typeface="Times New Roman" pitchFamily="18" charset="0"/>
                <a:cs typeface="Times New Roman" pitchFamily="18" charset="0"/>
              </a:rPr>
            </a:br>
            <a:r>
              <a:rPr lang="en-GB" sz="2000" dirty="0">
                <a:latin typeface="Times New Roman" pitchFamily="18" charset="0"/>
                <a:cs typeface="Times New Roman" pitchFamily="18" charset="0"/>
              </a:rPr>
              <a:t>1) SVM – Support Vector Machine :</a:t>
            </a:r>
            <a:br>
              <a:rPr lang="en-GB" sz="2000" dirty="0">
                <a:latin typeface="Times New Roman" pitchFamily="18" charset="0"/>
                <a:cs typeface="Times New Roman" pitchFamily="18" charset="0"/>
              </a:rPr>
            </a:br>
            <a:br>
              <a:rPr lang="en-GB" sz="2000" dirty="0">
                <a:latin typeface="Times New Roman" pitchFamily="18" charset="0"/>
                <a:cs typeface="Times New Roman" pitchFamily="18" charset="0"/>
              </a:rPr>
            </a:br>
            <a:r>
              <a:rPr lang="en-GB" sz="2200" dirty="0">
                <a:latin typeface="Times New Roman" pitchFamily="18" charset="0"/>
                <a:cs typeface="Times New Roman" pitchFamily="18" charset="0"/>
              </a:rPr>
              <a:t>Support Vector Machine or SVM is one of the most popular Supervised Learning algorithms, which is used for Classification as well as Regression problems. The goal of the SVM algorithm is to create the best line or decision boundary that can segregate n-dimensional space into classes so that we can easily put the new data point in the correct category in the future. </a:t>
            </a:r>
            <a:br>
              <a:rPr lang="en-GB" sz="2200" dirty="0">
                <a:latin typeface="Times New Roman" pitchFamily="18" charset="0"/>
                <a:cs typeface="Times New Roman" pitchFamily="18" charset="0"/>
              </a:rPr>
            </a:br>
            <a:br>
              <a:rPr lang="en-GB" sz="2000" dirty="0">
                <a:latin typeface="Times New Roman" pitchFamily="18" charset="0"/>
                <a:cs typeface="Times New Roman" pitchFamily="18" charset="0"/>
              </a:rPr>
            </a:br>
            <a:br>
              <a:rPr lang="en-GB" sz="2000" dirty="0">
                <a:latin typeface="Times New Roman" pitchFamily="18" charset="0"/>
                <a:cs typeface="Times New Roman" pitchFamily="18" charset="0"/>
              </a:rPr>
            </a:br>
            <a:r>
              <a:rPr lang="en-GB" sz="2200" dirty="0">
                <a:latin typeface="Times New Roman" pitchFamily="18" charset="0"/>
                <a:cs typeface="Times New Roman" pitchFamily="18" charset="0"/>
              </a:rPr>
              <a:t>2)  Logistic Regression : </a:t>
            </a:r>
            <a:br>
              <a:rPr lang="en-GB" sz="2200" dirty="0">
                <a:latin typeface="Times New Roman" pitchFamily="18" charset="0"/>
                <a:cs typeface="Times New Roman" pitchFamily="18" charset="0"/>
              </a:rPr>
            </a:br>
            <a:br>
              <a:rPr lang="en-GB" sz="2200" dirty="0">
                <a:latin typeface="Times New Roman" pitchFamily="18" charset="0"/>
                <a:cs typeface="Times New Roman" pitchFamily="18" charset="0"/>
              </a:rPr>
            </a:br>
            <a:r>
              <a:rPr lang="en-GB" sz="2200" dirty="0">
                <a:latin typeface="Times New Roman" pitchFamily="18" charset="0"/>
                <a:cs typeface="Times New Roman" pitchFamily="18" charset="0"/>
              </a:rPr>
              <a:t>Logistic regression is one of the most popular Machine Learning algorithms, which comes under the Supervised Learning technique. It is used for predicting the categorical dependent variable using a given set of independent variables. Logistic Regression is a significant machine learning algorithm because it has the ability to provide probabilities and classify new data using continuous and discrete datasets.</a:t>
            </a:r>
            <a:br>
              <a:rPr lang="en-GB" sz="2200" dirty="0">
                <a:latin typeface="Times New Roman" pitchFamily="18" charset="0"/>
                <a:cs typeface="Times New Roman" pitchFamily="18" charset="0"/>
              </a:rPr>
            </a:br>
            <a:br>
              <a:rPr lang="en-GB" sz="2200" dirty="0">
                <a:latin typeface="Times New Roman" pitchFamily="18" charset="0"/>
                <a:cs typeface="Times New Roman" pitchFamily="18" charset="0"/>
              </a:rPr>
            </a:b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535594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3130" y="427767"/>
            <a:ext cx="5085650" cy="819325"/>
          </a:xfrm>
        </p:spPr>
        <p:txBody>
          <a:bodyPr/>
          <a:lstStyle/>
          <a:p>
            <a:pPr algn="l"/>
            <a:r>
              <a:rPr lang="en-IN" dirty="0"/>
              <a:t>Implementation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9113" y="1650780"/>
            <a:ext cx="8217825" cy="4416440"/>
          </a:xfrm>
          <a:prstGeom prst="rect">
            <a:avLst/>
          </a:prstGeom>
        </p:spPr>
      </p:pic>
    </p:spTree>
    <p:extLst>
      <p:ext uri="{BB962C8B-B14F-4D97-AF65-F5344CB8AC3E}">
        <p14:creationId xmlns:p14="http://schemas.microsoft.com/office/powerpoint/2010/main" val="3304343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3677" y="1193319"/>
            <a:ext cx="8288467" cy="5042225"/>
          </a:xfrm>
          <a:prstGeom prst="rect">
            <a:avLst/>
          </a:prstGeom>
        </p:spPr>
      </p:pic>
    </p:spTree>
    <p:extLst>
      <p:ext uri="{BB962C8B-B14F-4D97-AF65-F5344CB8AC3E}">
        <p14:creationId xmlns:p14="http://schemas.microsoft.com/office/powerpoint/2010/main" val="988059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Image containing medical tweezers of various sizes, some pills, and a hand holding a pen writing on a piece of paper attached to a clipboard">
            <a:extLst>
              <a:ext uri="{FF2B5EF4-FFF2-40B4-BE49-F238E27FC236}">
                <a16:creationId xmlns:a16="http://schemas.microsoft.com/office/drawing/2014/main" id="{58E8F1D1-2E7D-42A1-89B1-02F0157F588D}"/>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a:stretch>
            <a:fillRect/>
          </a:stretch>
        </p:blipFill>
        <p:spPr>
          <a:xfrm>
            <a:off x="136525" y="-38403"/>
            <a:ext cx="10817535" cy="6584950"/>
          </a:xfrm>
        </p:spPr>
      </p:pic>
      <p:sp>
        <p:nvSpPr>
          <p:cNvPr id="12" name="Rectangle 11">
            <a:extLst>
              <a:ext uri="{FF2B5EF4-FFF2-40B4-BE49-F238E27FC236}">
                <a16:creationId xmlns:a16="http://schemas.microsoft.com/office/drawing/2014/main" id="{1D3F6556-8AF2-4DC2-86FE-E38011E946E6}"/>
              </a:ext>
              <a:ext uri="{C183D7F6-B498-43B3-948B-1728B52AA6E4}">
                <adec:decorative xmlns:adec="http://schemas.microsoft.com/office/drawing/2017/decorative" val="1"/>
              </a:ext>
            </a:extLst>
          </p:cNvPr>
          <p:cNvSpPr/>
          <p:nvPr/>
        </p:nvSpPr>
        <p:spPr bwMode="invGray">
          <a:xfrm rot="5400000">
            <a:off x="4823394" y="590809"/>
            <a:ext cx="6584950" cy="5676382"/>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697DC055-29AA-4AE9-8621-A0765113CDFB}"/>
              </a:ext>
            </a:extLst>
          </p:cNvPr>
          <p:cNvSpPr>
            <a:spLocks noGrp="1"/>
          </p:cNvSpPr>
          <p:nvPr>
            <p:ph type="ctrTitle"/>
          </p:nvPr>
        </p:nvSpPr>
        <p:spPr bwMode="black">
          <a:xfrm>
            <a:off x="5573044" y="858982"/>
            <a:ext cx="5085650" cy="1870007"/>
          </a:xfrm>
        </p:spPr>
        <p:txBody>
          <a:bodyPr/>
          <a:lstStyle/>
          <a:p>
            <a:r>
              <a:rPr lang="en-IN" b="1" dirty="0">
                <a:latin typeface="Times New Roman" pitchFamily="18" charset="0"/>
                <a:cs typeface="Times New Roman" pitchFamily="18" charset="0"/>
              </a:rPr>
              <a:t>Application</a:t>
            </a:r>
          </a:p>
        </p:txBody>
      </p:sp>
      <p:sp>
        <p:nvSpPr>
          <p:cNvPr id="4" name="Subtitle 3">
            <a:extLst>
              <a:ext uri="{FF2B5EF4-FFF2-40B4-BE49-F238E27FC236}">
                <a16:creationId xmlns:a16="http://schemas.microsoft.com/office/drawing/2014/main" id="{4CAFB058-F34E-4FAC-AA90-D1CB170C9984}"/>
              </a:ext>
            </a:extLst>
          </p:cNvPr>
          <p:cNvSpPr>
            <a:spLocks noGrp="1"/>
          </p:cNvSpPr>
          <p:nvPr>
            <p:ph type="subTitle" idx="1"/>
          </p:nvPr>
        </p:nvSpPr>
        <p:spPr bwMode="black">
          <a:xfrm>
            <a:off x="636104" y="2928594"/>
            <a:ext cx="9994838" cy="691666"/>
          </a:xfrm>
        </p:spPr>
        <p:txBody>
          <a:bodyPr/>
          <a:lstStyle/>
          <a:p>
            <a:pPr algn="just"/>
            <a:r>
              <a:rPr lang="en-US" b="1" dirty="0">
                <a:latin typeface="Times New Roman" pitchFamily="18" charset="0"/>
                <a:cs typeface="Times New Roman" pitchFamily="18" charset="0"/>
              </a:rPr>
              <a:t>With the advancement in technologies and mobile phones being the most used user-friendly device, an application that provides a prediction of the  most caused lifestyle diseases like diabetes, heart disease, and other diseases. Disease predictor allows you to make important predictions about an ongoing but unknown disease with a few pieces of information like symptoms and diagnostic reports. It also helps you to have an in-depth knowledge of the symptoms, causes, and other important factors for future reference.</a:t>
            </a:r>
          </a:p>
        </p:txBody>
      </p:sp>
      <p:sp>
        <p:nvSpPr>
          <p:cNvPr id="5" name="Slide Number Placeholder 4">
            <a:extLst>
              <a:ext uri="{FF2B5EF4-FFF2-40B4-BE49-F238E27FC236}">
                <a16:creationId xmlns:a16="http://schemas.microsoft.com/office/drawing/2014/main" id="{631703FA-65E2-4E60-B9CE-387169A2F4AE}"/>
              </a:ext>
            </a:extLst>
          </p:cNvPr>
          <p:cNvSpPr>
            <a:spLocks noGrp="1"/>
          </p:cNvSpPr>
          <p:nvPr>
            <p:ph type="sldNum" sz="quarter" idx="12"/>
          </p:nvPr>
        </p:nvSpPr>
        <p:spPr/>
        <p:txBody>
          <a:bodyPr/>
          <a:lstStyle/>
          <a:p>
            <a:r>
              <a:rPr lang="en-US" dirty="0"/>
              <a:t>page </a:t>
            </a:r>
            <a:fld id="{19B51A1E-902D-48AF-9020-955120F399B6}" type="slidenum">
              <a:rPr lang="en-US" b="1" i="1" smtClean="0"/>
              <a:pPr/>
              <a:t>9</a:t>
            </a:fld>
            <a:endParaRPr lang="en-US" b="1" i="1" dirty="0"/>
          </a:p>
        </p:txBody>
      </p:sp>
      <p:pic>
        <p:nvPicPr>
          <p:cNvPr id="6" name="Picture 5">
            <a:extLst>
              <a:ext uri="{FF2B5EF4-FFF2-40B4-BE49-F238E27FC236}">
                <a16:creationId xmlns:a16="http://schemas.microsoft.com/office/drawing/2014/main" id="{22F766DE-E794-44D0-A2B0-815F0BFFBF9F}"/>
              </a:ext>
            </a:extLst>
          </p:cNvPr>
          <p:cNvPicPr>
            <a:picLocks noChangeAspect="1"/>
          </p:cNvPicPr>
          <p:nvPr/>
        </p:nvPicPr>
        <p:blipFill>
          <a:blip r:embed="rId4"/>
          <a:stretch>
            <a:fillRect/>
          </a:stretch>
        </p:blipFill>
        <p:spPr>
          <a:xfrm>
            <a:off x="10954060" y="5592933"/>
            <a:ext cx="1165860" cy="1127760"/>
          </a:xfrm>
          <a:prstGeom prst="rect">
            <a:avLst/>
          </a:prstGeom>
        </p:spPr>
      </p:pic>
    </p:spTree>
    <p:extLst>
      <p:ext uri="{BB962C8B-B14F-4D97-AF65-F5344CB8AC3E}">
        <p14:creationId xmlns:p14="http://schemas.microsoft.com/office/powerpoint/2010/main" val="833142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Placeholder 16" descr="Image containing medical tweezers of various sizes, some pills, and a hand holding a pen writing on a piece of paper attached to a clipboard">
            <a:extLst>
              <a:ext uri="{FF2B5EF4-FFF2-40B4-BE49-F238E27FC236}">
                <a16:creationId xmlns:a16="http://schemas.microsoft.com/office/drawing/2014/main" id="{D29AD2ED-F2E1-42BA-A4F8-29194C963478}"/>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l="62" r="62"/>
          <a:stretch>
            <a:fillRect/>
          </a:stretch>
        </p:blipFill>
        <p:spPr/>
      </p:pic>
      <p:sp>
        <p:nvSpPr>
          <p:cNvPr id="11" name="Rectangle 10">
            <a:extLst>
              <a:ext uri="{FF2B5EF4-FFF2-40B4-BE49-F238E27FC236}">
                <a16:creationId xmlns:a16="http://schemas.microsoft.com/office/drawing/2014/main" id="{5396BE43-2D46-4002-A946-60FC5900EC15}"/>
              </a:ext>
              <a:ext uri="{C183D7F6-B498-43B3-948B-1728B52AA6E4}">
                <adec:decorative xmlns:adec="http://schemas.microsoft.com/office/drawing/2017/decorative" val="1"/>
              </a:ext>
            </a:extLst>
          </p:cNvPr>
          <p:cNvSpPr/>
          <p:nvPr/>
        </p:nvSpPr>
        <p:spPr bwMode="invGray">
          <a:xfrm rot="5400000">
            <a:off x="4901906" y="535866"/>
            <a:ext cx="6584950" cy="5676382"/>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D2DDABB1-5E6B-4365-AD9E-DDCE7E972742}"/>
              </a:ext>
            </a:extLst>
          </p:cNvPr>
          <p:cNvSpPr>
            <a:spLocks noGrp="1"/>
          </p:cNvSpPr>
          <p:nvPr>
            <p:ph type="ctrTitle"/>
          </p:nvPr>
        </p:nvSpPr>
        <p:spPr/>
        <p:txBody>
          <a:bodyPr/>
          <a:lstStyle/>
          <a:p>
            <a:r>
              <a:rPr lang="en-US" dirty="0"/>
              <a:t>Thank You</a:t>
            </a:r>
          </a:p>
        </p:txBody>
      </p:sp>
      <p:sp>
        <p:nvSpPr>
          <p:cNvPr id="5" name="Slide Number Placeholder 4">
            <a:extLst>
              <a:ext uri="{FF2B5EF4-FFF2-40B4-BE49-F238E27FC236}">
                <a16:creationId xmlns:a16="http://schemas.microsoft.com/office/drawing/2014/main" id="{46DC15D2-04EB-42D6-9037-26AFBEACA027}"/>
              </a:ext>
            </a:extLst>
          </p:cNvPr>
          <p:cNvSpPr>
            <a:spLocks noGrp="1"/>
          </p:cNvSpPr>
          <p:nvPr>
            <p:ph type="sldNum" sz="quarter" idx="12"/>
          </p:nvPr>
        </p:nvSpPr>
        <p:spPr/>
        <p:txBody>
          <a:bodyPr/>
          <a:lstStyle/>
          <a:p>
            <a:r>
              <a:rPr lang="en-US" dirty="0"/>
              <a:t>page </a:t>
            </a:r>
            <a:fld id="{19B51A1E-902D-48AF-9020-955120F399B6}" type="slidenum">
              <a:rPr lang="en-US" smtClean="0"/>
              <a:pPr/>
              <a:t>10</a:t>
            </a:fld>
            <a:endParaRPr lang="en-US" dirty="0"/>
          </a:p>
        </p:txBody>
      </p:sp>
      <p:pic>
        <p:nvPicPr>
          <p:cNvPr id="20" name="Picture 19">
            <a:extLst>
              <a:ext uri="{FF2B5EF4-FFF2-40B4-BE49-F238E27FC236}">
                <a16:creationId xmlns:a16="http://schemas.microsoft.com/office/drawing/2014/main" id="{4FE93EC8-2762-4AF8-A860-F08F742AA520}"/>
              </a:ext>
            </a:extLst>
          </p:cNvPr>
          <p:cNvPicPr>
            <a:picLocks noChangeAspect="1"/>
          </p:cNvPicPr>
          <p:nvPr/>
        </p:nvPicPr>
        <p:blipFill>
          <a:blip r:embed="rId4"/>
          <a:stretch>
            <a:fillRect/>
          </a:stretch>
        </p:blipFill>
        <p:spPr>
          <a:xfrm>
            <a:off x="11026140" y="5634677"/>
            <a:ext cx="1165860" cy="1127760"/>
          </a:xfrm>
          <a:prstGeom prst="rect">
            <a:avLst/>
          </a:prstGeom>
        </p:spPr>
      </p:pic>
    </p:spTree>
    <p:extLst>
      <p:ext uri="{BB962C8B-B14F-4D97-AF65-F5344CB8AC3E}">
        <p14:creationId xmlns:p14="http://schemas.microsoft.com/office/powerpoint/2010/main" val="3113318487"/>
      </p:ext>
    </p:extLst>
  </p:cSld>
  <p:clrMapOvr>
    <a:masterClrMapping/>
  </p:clrMapOvr>
</p:sld>
</file>

<file path=ppt/theme/theme1.xml><?xml version="1.0" encoding="utf-8"?>
<a:theme xmlns:a="http://schemas.openxmlformats.org/drawingml/2006/main" name="Office Theme">
  <a:themeElements>
    <a:clrScheme name="Custom 128">
      <a:dk1>
        <a:sysClr val="windowText" lastClr="000000"/>
      </a:dk1>
      <a:lt1>
        <a:srgbClr val="FFFFFF"/>
      </a:lt1>
      <a:dk2>
        <a:srgbClr val="3F3F3F"/>
      </a:dk2>
      <a:lt2>
        <a:srgbClr val="F2F2F2"/>
      </a:lt2>
      <a:accent1>
        <a:srgbClr val="31B0C1"/>
      </a:accent1>
      <a:accent2>
        <a:srgbClr val="CB488B"/>
      </a:accent2>
      <a:accent3>
        <a:srgbClr val="BC9230"/>
      </a:accent3>
      <a:accent4>
        <a:srgbClr val="126974"/>
      </a:accent4>
      <a:accent5>
        <a:srgbClr val="C13131"/>
      </a:accent5>
      <a:accent6>
        <a:srgbClr val="8E8016"/>
      </a:accent6>
      <a:hlink>
        <a:srgbClr val="31B0C1"/>
      </a:hlink>
      <a:folHlink>
        <a:srgbClr val="31B0C1"/>
      </a:folHlink>
    </a:clrScheme>
    <a:fontScheme name="Corbel">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solidFill>
            <a:schemeClr val="accent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89652269_Healthcare pitch deck_RVA_v5" id="{131D69DF-5A4C-4D7D-9CA6-F5F98F0CBF64}" vid="{02C95288-9555-411A-9D92-BD9F03F3A2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172D1CBC-A6D2-4C27-A0DD-244AE04E36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FFFEA1C-4D28-422A-816B-51B2F61D85DA}">
  <ds:schemaRefs>
    <ds:schemaRef ds:uri="http://schemas.microsoft.com/sharepoint/v3/contenttype/forms"/>
  </ds:schemaRefs>
</ds:datastoreItem>
</file>

<file path=customXml/itemProps3.xml><?xml version="1.0" encoding="utf-8"?>
<ds:datastoreItem xmlns:ds="http://schemas.openxmlformats.org/officeDocument/2006/customXml" ds:itemID="{270A2AAC-D70B-4233-9389-268D6896774D}">
  <ds:schemaRefs>
    <ds:schemaRef ds:uri="http://schemas.microsoft.com/office/2006/metadata/properties"/>
    <ds:schemaRef ds:uri="http://purl.org/dc/terms/"/>
    <ds:schemaRef ds:uri="http://schemas.openxmlformats.org/package/2006/metadata/core-properties"/>
    <ds:schemaRef ds:uri="16c05727-aa75-4e4a-9b5f-8a80a1165891"/>
    <ds:schemaRef ds:uri="http://schemas.microsoft.com/office/2006/documentManagement/types"/>
    <ds:schemaRef ds:uri="http://schemas.microsoft.com/office/infopath/2007/PartnerControls"/>
    <ds:schemaRef ds:uri="http://purl.org/dc/elements/1.1/"/>
    <ds:schemaRef ds:uri="71af3243-3dd4-4a8d-8c0d-dd76da1f02a5"/>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Healthcare pitch deck</Template>
  <TotalTime>0</TotalTime>
  <Words>588</Words>
  <Application>Microsoft Office PowerPoint</Application>
  <PresentationFormat>Widescreen</PresentationFormat>
  <Paragraphs>26</Paragraphs>
  <Slides>10</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Bahnschrift Light</vt:lpstr>
      <vt:lpstr>Calibri</vt:lpstr>
      <vt:lpstr>Corbel</vt:lpstr>
      <vt:lpstr>Times New Roman</vt:lpstr>
      <vt:lpstr>Wingdings</vt:lpstr>
      <vt:lpstr>Office Theme</vt:lpstr>
      <vt:lpstr>Smart Healthcare Prediction Using ML</vt:lpstr>
      <vt:lpstr>Problem Statement</vt:lpstr>
      <vt:lpstr>About the project</vt:lpstr>
      <vt:lpstr> Streamlit Library :  Streamlit is an open source app framework in Python language. It helps us create web apps for data science and machine learning in a short time. It is compatible with major Python libraries such as scikit-learn, Keras, PyTorch, NumPy, Pandas, Matplotlib etc.  Streamlit is a free and open-source framework to rapidly build and share beautiful machine learning and data science web apps. It is a Python-based library specifically designed for machine learning engineers.</vt:lpstr>
      <vt:lpstr>Procedure :   • Import the necessary libraries and the datasets  • Split the data into features and target variables  • Split the data into training and testing sets  • Train the model on the training data  • Save the model using the pickle module  • Use Streamlit to create a web application that allows users to input their own data and make predictions using the saved model  • Include a  button in the application to process the user input and make predictions</vt:lpstr>
      <vt:lpstr>Algorithms used :-  1) SVM – Support Vector Machine :  Support Vector Machine or SVM is one of the most popular Supervised Learning algorithms, which is used for Classification as well as Regression problems. The goal of the SVM algorithm is to create the best line or decision boundary that can segregate n-dimensional space into classes so that we can easily put the new data point in the correct category in the future.    2)  Logistic Regression :   Logistic regression is one of the most popular Machine Learning algorithms, which comes under the Supervised Learning technique. It is used for predicting the categorical dependent variable using a given set of independent variables. Logistic Regression is a significant machine learning algorithm because it has the ability to provide probabilities and classify new data using continuous and discrete datasets.  </vt:lpstr>
      <vt:lpstr>Implementation :</vt:lpstr>
      <vt:lpstr>PowerPoint Presentation</vt:lpstr>
      <vt:lpstr>Application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2020-11-21T16:57:32Z</dcterms:created>
  <dcterms:modified xsi:type="dcterms:W3CDTF">2025-11-12T17:36:14Z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